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93" r:id="rId4"/>
    <p:sldMasterId id="2147483703" r:id="rId5"/>
  </p:sldMasterIdLst>
  <p:notesMasterIdLst>
    <p:notesMasterId r:id="rId17"/>
  </p:notesMasterIdLst>
  <p:handoutMasterIdLst>
    <p:handoutMasterId r:id="rId18"/>
  </p:handoutMasterIdLst>
  <p:sldIdLst>
    <p:sldId id="2147481546" r:id="rId6"/>
    <p:sldId id="269" r:id="rId7"/>
    <p:sldId id="2147481572" r:id="rId8"/>
    <p:sldId id="2147481573" r:id="rId9"/>
    <p:sldId id="2147481574" r:id="rId10"/>
    <p:sldId id="2147481575" r:id="rId11"/>
    <p:sldId id="2147481576" r:id="rId12"/>
    <p:sldId id="2147481577" r:id="rId13"/>
    <p:sldId id="2147481578" r:id="rId14"/>
    <p:sldId id="2147481579" r:id="rId15"/>
    <p:sldId id="267" r:id="rId16"/>
  </p:sldIdLst>
  <p:sldSz cx="12192000" cy="6858000"/>
  <p:notesSz cx="6858000" cy="9144000"/>
  <p:embeddedFontLst>
    <p:embeddedFont>
      <p:font typeface="Zain" panose="020B0604020202020204" charset="-78"/>
      <p:regular r:id="rId19"/>
      <p:bold r:id="rId20"/>
      <p:italic r:id="rId21"/>
    </p:embeddedFont>
    <p:embeddedFont>
      <p:font typeface="Zain" panose="020B0604020202020204" charset="-78"/>
      <p:regular r:id="rId19"/>
      <p:bold r:id="rId20"/>
      <p:italic r:id="rId21"/>
    </p:embeddedFont>
    <p:embeddedFont>
      <p:font typeface="zain black" panose="020B0604020202020204" charset="-78"/>
      <p:bold r:id="rId22"/>
    </p:embeddedFont>
    <p:embeddedFont>
      <p:font typeface="Zain ExtraBold" panose="020B0604020202020204" charset="0"/>
      <p:bold r:id="rId23"/>
    </p:embeddedFont>
  </p:embeddedFontLst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1E1F8B-182B-4FE8-82A2-CE6E0F2BA20A}">
          <p14:sldIdLst>
            <p14:sldId id="2147481546"/>
            <p14:sldId id="269"/>
            <p14:sldId id="2147481572"/>
            <p14:sldId id="2147481573"/>
            <p14:sldId id="2147481574"/>
            <p14:sldId id="2147481575"/>
            <p14:sldId id="2147481576"/>
            <p14:sldId id="2147481577"/>
            <p14:sldId id="2147481578"/>
            <p14:sldId id="2147481579"/>
            <p14:sldId id="267"/>
          </p14:sldIdLst>
        </p14:section>
        <p14:section name="Untitled Section" id="{350999F1-65CE-41A9-8AF7-DC731A07CB9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E5E8E8"/>
          </p15:clr>
        </p15:guide>
        <p15:guide id="2" pos="3840" userDrawn="1">
          <p15:clr>
            <a:srgbClr val="E5E8E8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12333C7-13A1-9097-65C6-BCCAA361C74D}" name="Ekram Albastaki" initials="EA" userId="S::ealbastaki@bede.bh::b2abe617-97f0-4e89-9c22-872abd64e33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4AC"/>
    <a:srgbClr val="E6598F"/>
    <a:srgbClr val="EE7700"/>
    <a:srgbClr val="1A8289"/>
    <a:srgbClr val="1E959E"/>
    <a:srgbClr val="FF9933"/>
    <a:srgbClr val="D9CA0D"/>
    <a:srgbClr val="DDCE0D"/>
    <a:srgbClr val="E0D10E"/>
    <a:srgbClr val="100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1021DB-3033-4FA2-9450-6643D7D54A1B}" v="90" dt="2026-10-01T11:54:35.2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font" Target="fonts/font2.fntdata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font" Target="fonts/font1.fntdata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4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sain Alhelli" userId="daa5d717-96a4-4f58-a7dd-7a7519b1fc38" providerId="ADAL" clId="{5338A92F-D584-46E1-9A5C-226376A8EC60}"/>
    <pc:docChg chg="undo custSel addSld delSld modSld sldOrd delMainMaster modSection">
      <pc:chgData name="Husain Alhelli" userId="daa5d717-96a4-4f58-a7dd-7a7519b1fc38" providerId="ADAL" clId="{5338A92F-D584-46E1-9A5C-226376A8EC60}" dt="2026-10-01T12:23:27.830" v="5110" actId="20577"/>
      <pc:docMkLst>
        <pc:docMk/>
      </pc:docMkLst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0" sldId="257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0" sldId="258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0" sldId="259"/>
        </pc:sldMkLst>
      </pc:sldChg>
      <pc:sldChg chg="modSp mod">
        <pc:chgData name="Husain Alhelli" userId="daa5d717-96a4-4f58-a7dd-7a7519b1fc38" providerId="ADAL" clId="{5338A92F-D584-46E1-9A5C-226376A8EC60}" dt="2026-10-01T11:52:50.671" v="5033" actId="20577"/>
        <pc:sldMkLst>
          <pc:docMk/>
          <pc:sldMk cId="3361248651" sldId="269"/>
        </pc:sldMkLst>
        <pc:spChg chg="mod">
          <ac:chgData name="Husain Alhelli" userId="daa5d717-96a4-4f58-a7dd-7a7519b1fc38" providerId="ADAL" clId="{5338A92F-D584-46E1-9A5C-226376A8EC60}" dt="2026-10-01T11:07:52.166" v="203" actId="6549"/>
          <ac:spMkLst>
            <pc:docMk/>
            <pc:sldMk cId="3361248651" sldId="269"/>
            <ac:spMk id="4" creationId="{F805EB69-6CDD-B4B9-EE49-2B4E0E10E3ED}"/>
          </ac:spMkLst>
        </pc:spChg>
        <pc:spChg chg="mod">
          <ac:chgData name="Husain Alhelli" userId="daa5d717-96a4-4f58-a7dd-7a7519b1fc38" providerId="ADAL" clId="{5338A92F-D584-46E1-9A5C-226376A8EC60}" dt="2026-10-01T11:52:50.671" v="5033" actId="20577"/>
          <ac:spMkLst>
            <pc:docMk/>
            <pc:sldMk cId="3361248651" sldId="269"/>
            <ac:spMk id="19" creationId="{0142A718-85BB-0717-5423-73CAE9ACD80A}"/>
          </ac:spMkLst>
        </pc:spChg>
      </pc:sldChg>
      <pc:sldChg chg="modSp del mod ord">
        <pc:chgData name="Husain Alhelli" userId="daa5d717-96a4-4f58-a7dd-7a7519b1fc38" providerId="ADAL" clId="{5338A92F-D584-46E1-9A5C-226376A8EC60}" dt="2026-10-01T11:52:23.495" v="4983" actId="47"/>
        <pc:sldMkLst>
          <pc:docMk/>
          <pc:sldMk cId="4211713717" sldId="270"/>
        </pc:sldMkLst>
        <pc:spChg chg="mod">
          <ac:chgData name="Husain Alhelli" userId="daa5d717-96a4-4f58-a7dd-7a7519b1fc38" providerId="ADAL" clId="{5338A92F-D584-46E1-9A5C-226376A8EC60}" dt="2026-10-01T11:08:22.696" v="228" actId="20577"/>
          <ac:spMkLst>
            <pc:docMk/>
            <pc:sldMk cId="4211713717" sldId="270"/>
            <ac:spMk id="3" creationId="{659F5AB7-BD15-E7AB-ED2D-81FCEA491F49}"/>
          </ac:spMkLst>
        </pc:spChg>
        <pc:spChg chg="mod">
          <ac:chgData name="Husain Alhelli" userId="daa5d717-96a4-4f58-a7dd-7a7519b1fc38" providerId="ADAL" clId="{5338A92F-D584-46E1-9A5C-226376A8EC60}" dt="2026-10-01T11:08:18.246" v="226" actId="20577"/>
          <ac:spMkLst>
            <pc:docMk/>
            <pc:sldMk cId="4211713717" sldId="270"/>
            <ac:spMk id="20" creationId="{17D708BE-DC11-6C81-F467-A1126FACF968}"/>
          </ac:spMkLst>
        </pc:spChg>
        <pc:spChg chg="mod">
          <ac:chgData name="Husain Alhelli" userId="daa5d717-96a4-4f58-a7dd-7a7519b1fc38" providerId="ADAL" clId="{5338A92F-D584-46E1-9A5C-226376A8EC60}" dt="2026-10-01T11:08:35.223" v="254" actId="20577"/>
          <ac:spMkLst>
            <pc:docMk/>
            <pc:sldMk cId="4211713717" sldId="270"/>
            <ac:spMk id="24" creationId="{930F2C9B-6808-AF7F-12F6-78ACE18B3943}"/>
          </ac:spMkLst>
        </pc:spChg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2219437450" sldId="274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1300452254" sldId="349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3320171627" sldId="353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1559408466" sldId="395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3576890336" sldId="2147481133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247640714" sldId="2147481543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1872597979" sldId="2147481544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4084849255" sldId="2147481545"/>
        </pc:sldMkLst>
      </pc:sldChg>
      <pc:sldChg chg="modSp mod">
        <pc:chgData name="Husain Alhelli" userId="daa5d717-96a4-4f58-a7dd-7a7519b1fc38" providerId="ADAL" clId="{5338A92F-D584-46E1-9A5C-226376A8EC60}" dt="2026-10-01T11:53:19.501" v="5053" actId="404"/>
        <pc:sldMkLst>
          <pc:docMk/>
          <pc:sldMk cId="1199954828" sldId="2147481546"/>
        </pc:sldMkLst>
        <pc:spChg chg="mod">
          <ac:chgData name="Husain Alhelli" userId="daa5d717-96a4-4f58-a7dd-7a7519b1fc38" providerId="ADAL" clId="{5338A92F-D584-46E1-9A5C-226376A8EC60}" dt="2026-10-01T11:53:19.501" v="5053" actId="404"/>
          <ac:spMkLst>
            <pc:docMk/>
            <pc:sldMk cId="1199954828" sldId="2147481546"/>
            <ac:spMk id="14" creationId="{B6EA8CA2-8562-0DA3-7C59-19BA63100E38}"/>
          </ac:spMkLst>
        </pc:spChg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1775689599" sldId="2147481550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1187297182" sldId="2147481551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737978084" sldId="2147481552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1649955369" sldId="2147481553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58504395" sldId="2147481554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3389283385" sldId="2147481555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281449473" sldId="2147481563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2744776591" sldId="2147481564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2657365686" sldId="2147481566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3438765522" sldId="2147481568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3021671146" sldId="2147481571"/>
        </pc:sldMkLst>
      </pc:sldChg>
      <pc:sldChg chg="addSp delSp modSp mod">
        <pc:chgData name="Husain Alhelli" userId="daa5d717-96a4-4f58-a7dd-7a7519b1fc38" providerId="ADAL" clId="{5338A92F-D584-46E1-9A5C-226376A8EC60}" dt="2026-10-01T11:54:53.811" v="5103" actId="14100"/>
        <pc:sldMkLst>
          <pc:docMk/>
          <pc:sldMk cId="2169696037" sldId="2147481572"/>
        </pc:sldMkLst>
        <pc:spChg chg="mod">
          <ac:chgData name="Husain Alhelli" userId="daa5d717-96a4-4f58-a7dd-7a7519b1fc38" providerId="ADAL" clId="{5338A92F-D584-46E1-9A5C-226376A8EC60}" dt="2026-10-01T11:52:43.564" v="5008" actId="20577"/>
          <ac:spMkLst>
            <pc:docMk/>
            <pc:sldMk cId="2169696037" sldId="2147481572"/>
            <ac:spMk id="3" creationId="{932A8FE5-B215-6825-AA70-07E8C4093EA6}"/>
          </ac:spMkLst>
        </pc:spChg>
        <pc:graphicFrameChg chg="add mod modGraphic">
          <ac:chgData name="Husain Alhelli" userId="daa5d717-96a4-4f58-a7dd-7a7519b1fc38" providerId="ADAL" clId="{5338A92F-D584-46E1-9A5C-226376A8EC60}" dt="2026-10-01T11:54:53.811" v="5103" actId="14100"/>
          <ac:graphicFrameMkLst>
            <pc:docMk/>
            <pc:sldMk cId="2169696037" sldId="2147481572"/>
            <ac:graphicFrameMk id="2" creationId="{9184A069-5F0F-6CBD-3A28-B78041BE507D}"/>
          </ac:graphicFrameMkLst>
        </pc:graphicFrameChg>
        <pc:picChg chg="del">
          <ac:chgData name="Husain Alhelli" userId="daa5d717-96a4-4f58-a7dd-7a7519b1fc38" providerId="ADAL" clId="{5338A92F-D584-46E1-9A5C-226376A8EC60}" dt="2026-10-01T11:08:48.283" v="255" actId="478"/>
          <ac:picMkLst>
            <pc:docMk/>
            <pc:sldMk cId="2169696037" sldId="2147481572"/>
            <ac:picMk id="5" creationId="{C9E51E5D-4CAB-5EF3-1348-069FCC0EE5FB}"/>
          </ac:picMkLst>
        </pc:picChg>
      </pc:sldChg>
      <pc:sldChg chg="addSp delSp modSp add mod">
        <pc:chgData name="Husain Alhelli" userId="daa5d717-96a4-4f58-a7dd-7a7519b1fc38" providerId="ADAL" clId="{5338A92F-D584-46E1-9A5C-226376A8EC60}" dt="2026-10-01T11:54:47.710" v="5102" actId="1076"/>
        <pc:sldMkLst>
          <pc:docMk/>
          <pc:sldMk cId="1782371054" sldId="2147481573"/>
        </pc:sldMkLst>
        <pc:spChg chg="mod">
          <ac:chgData name="Husain Alhelli" userId="daa5d717-96a4-4f58-a7dd-7a7519b1fc38" providerId="ADAL" clId="{5338A92F-D584-46E1-9A5C-226376A8EC60}" dt="2026-10-01T11:14:30.503" v="924" actId="20577"/>
          <ac:spMkLst>
            <pc:docMk/>
            <pc:sldMk cId="1782371054" sldId="2147481573"/>
            <ac:spMk id="3" creationId="{EC9A5F29-76CD-876D-91F9-837B4513AB5A}"/>
          </ac:spMkLst>
        </pc:spChg>
        <pc:graphicFrameChg chg="del">
          <ac:chgData name="Husain Alhelli" userId="daa5d717-96a4-4f58-a7dd-7a7519b1fc38" providerId="ADAL" clId="{5338A92F-D584-46E1-9A5C-226376A8EC60}" dt="2026-10-01T11:14:35.765" v="925" actId="478"/>
          <ac:graphicFrameMkLst>
            <pc:docMk/>
            <pc:sldMk cId="1782371054" sldId="2147481573"/>
            <ac:graphicFrameMk id="2" creationId="{18D2962D-5488-58A3-96D2-CEF1243D465F}"/>
          </ac:graphicFrameMkLst>
        </pc:graphicFrameChg>
        <pc:graphicFrameChg chg="add mod modGraphic">
          <ac:chgData name="Husain Alhelli" userId="daa5d717-96a4-4f58-a7dd-7a7519b1fc38" providerId="ADAL" clId="{5338A92F-D584-46E1-9A5C-226376A8EC60}" dt="2026-10-01T11:54:47.710" v="5102" actId="1076"/>
          <ac:graphicFrameMkLst>
            <pc:docMk/>
            <pc:sldMk cId="1782371054" sldId="2147481573"/>
            <ac:graphicFrameMk id="4" creationId="{B280C946-B119-97D4-055C-72E4A585EFD8}"/>
          </ac:graphicFrameMkLst>
        </pc:graphicFrameChg>
      </pc:sldChg>
      <pc:sldChg chg="addSp delSp modSp add mod">
        <pc:chgData name="Husain Alhelli" userId="daa5d717-96a4-4f58-a7dd-7a7519b1fc38" providerId="ADAL" clId="{5338A92F-D584-46E1-9A5C-226376A8EC60}" dt="2026-10-01T11:55:17.761" v="5108" actId="1076"/>
        <pc:sldMkLst>
          <pc:docMk/>
          <pc:sldMk cId="1962338477" sldId="2147481574"/>
        </pc:sldMkLst>
        <pc:spChg chg="mod">
          <ac:chgData name="Husain Alhelli" userId="daa5d717-96a4-4f58-a7dd-7a7519b1fc38" providerId="ADAL" clId="{5338A92F-D584-46E1-9A5C-226376A8EC60}" dt="2026-10-01T11:17:52.158" v="1562" actId="20577"/>
          <ac:spMkLst>
            <pc:docMk/>
            <pc:sldMk cId="1962338477" sldId="2147481574"/>
            <ac:spMk id="3" creationId="{DE8E99F2-3AA1-5449-AA62-426B3142DC1F}"/>
          </ac:spMkLst>
        </pc:spChg>
        <pc:graphicFrameChg chg="add mod modGraphic">
          <ac:chgData name="Husain Alhelli" userId="daa5d717-96a4-4f58-a7dd-7a7519b1fc38" providerId="ADAL" clId="{5338A92F-D584-46E1-9A5C-226376A8EC60}" dt="2026-10-01T11:55:17.761" v="5108" actId="1076"/>
          <ac:graphicFrameMkLst>
            <pc:docMk/>
            <pc:sldMk cId="1962338477" sldId="2147481574"/>
            <ac:graphicFrameMk id="2" creationId="{B040B0B2-9868-CC7E-A39B-2EC1D5CD7D85}"/>
          </ac:graphicFrameMkLst>
        </pc:graphicFrameChg>
        <pc:graphicFrameChg chg="del">
          <ac:chgData name="Husain Alhelli" userId="daa5d717-96a4-4f58-a7dd-7a7519b1fc38" providerId="ADAL" clId="{5338A92F-D584-46E1-9A5C-226376A8EC60}" dt="2026-10-01T11:17:45.734" v="1540" actId="478"/>
          <ac:graphicFrameMkLst>
            <pc:docMk/>
            <pc:sldMk cId="1962338477" sldId="2147481574"/>
            <ac:graphicFrameMk id="4" creationId="{12B37A73-F071-4BFF-8213-B80FA839F92D}"/>
          </ac:graphicFrameMkLst>
        </pc:graphicFrameChg>
      </pc:sldChg>
      <pc:sldChg chg="addSp delSp modSp add mod">
        <pc:chgData name="Husain Alhelli" userId="daa5d717-96a4-4f58-a7dd-7a7519b1fc38" providerId="ADAL" clId="{5338A92F-D584-46E1-9A5C-226376A8EC60}" dt="2026-10-01T11:29:03.709" v="2726" actId="207"/>
        <pc:sldMkLst>
          <pc:docMk/>
          <pc:sldMk cId="1030583506" sldId="2147481575"/>
        </pc:sldMkLst>
        <pc:spChg chg="mod">
          <ac:chgData name="Husain Alhelli" userId="daa5d717-96a4-4f58-a7dd-7a7519b1fc38" providerId="ADAL" clId="{5338A92F-D584-46E1-9A5C-226376A8EC60}" dt="2026-10-01T11:23:55.025" v="2426" actId="20577"/>
          <ac:spMkLst>
            <pc:docMk/>
            <pc:sldMk cId="1030583506" sldId="2147481575"/>
            <ac:spMk id="3" creationId="{33DB711C-50DF-1120-19A2-893000B510B5}"/>
          </ac:spMkLst>
        </pc:spChg>
        <pc:graphicFrameChg chg="del">
          <ac:chgData name="Husain Alhelli" userId="daa5d717-96a4-4f58-a7dd-7a7519b1fc38" providerId="ADAL" clId="{5338A92F-D584-46E1-9A5C-226376A8EC60}" dt="2026-10-01T11:23:59.573" v="2427" actId="478"/>
          <ac:graphicFrameMkLst>
            <pc:docMk/>
            <pc:sldMk cId="1030583506" sldId="2147481575"/>
            <ac:graphicFrameMk id="2" creationId="{AB68D3C7-1A1D-4548-9DE7-E951C794410D}"/>
          </ac:graphicFrameMkLst>
        </pc:graphicFrameChg>
        <pc:graphicFrameChg chg="add mod modGraphic">
          <ac:chgData name="Husain Alhelli" userId="daa5d717-96a4-4f58-a7dd-7a7519b1fc38" providerId="ADAL" clId="{5338A92F-D584-46E1-9A5C-226376A8EC60}" dt="2026-10-01T11:29:03.709" v="2726" actId="207"/>
          <ac:graphicFrameMkLst>
            <pc:docMk/>
            <pc:sldMk cId="1030583506" sldId="2147481575"/>
            <ac:graphicFrameMk id="4" creationId="{5E6598AF-4709-1E27-6034-9426F1668EF9}"/>
          </ac:graphicFrameMkLst>
        </pc:graphicFrameChg>
      </pc:sldChg>
      <pc:sldChg chg="addSp delSp modSp add mod">
        <pc:chgData name="Husain Alhelli" userId="daa5d717-96a4-4f58-a7dd-7a7519b1fc38" providerId="ADAL" clId="{5338A92F-D584-46E1-9A5C-226376A8EC60}" dt="2026-10-01T11:36:58.698" v="3353" actId="1076"/>
        <pc:sldMkLst>
          <pc:docMk/>
          <pc:sldMk cId="965430829" sldId="2147481576"/>
        </pc:sldMkLst>
        <pc:spChg chg="mod">
          <ac:chgData name="Husain Alhelli" userId="daa5d717-96a4-4f58-a7dd-7a7519b1fc38" providerId="ADAL" clId="{5338A92F-D584-46E1-9A5C-226376A8EC60}" dt="2026-10-01T11:29:27.132" v="2755" actId="20577"/>
          <ac:spMkLst>
            <pc:docMk/>
            <pc:sldMk cId="965430829" sldId="2147481576"/>
            <ac:spMk id="3" creationId="{E711999D-F651-E10D-8FFF-6C401D7F1D75}"/>
          </ac:spMkLst>
        </pc:spChg>
        <pc:spChg chg="add mod">
          <ac:chgData name="Husain Alhelli" userId="daa5d717-96a4-4f58-a7dd-7a7519b1fc38" providerId="ADAL" clId="{5338A92F-D584-46E1-9A5C-226376A8EC60}" dt="2026-10-01T11:36:50.998" v="3352" actId="1076"/>
          <ac:spMkLst>
            <pc:docMk/>
            <pc:sldMk cId="965430829" sldId="2147481576"/>
            <ac:spMk id="8" creationId="{615D4302-41C6-6EF8-BD0C-E6EB86872951}"/>
          </ac:spMkLst>
        </pc:spChg>
        <pc:graphicFrameChg chg="add mod modGraphic">
          <ac:chgData name="Husain Alhelli" userId="daa5d717-96a4-4f58-a7dd-7a7519b1fc38" providerId="ADAL" clId="{5338A92F-D584-46E1-9A5C-226376A8EC60}" dt="2026-10-01T11:34:02.103" v="3143" actId="1076"/>
          <ac:graphicFrameMkLst>
            <pc:docMk/>
            <pc:sldMk cId="965430829" sldId="2147481576"/>
            <ac:graphicFrameMk id="2" creationId="{1BCA0C8E-D3CC-173A-85C1-56180A8A5B19}"/>
          </ac:graphicFrameMkLst>
        </pc:graphicFrameChg>
        <pc:graphicFrameChg chg="del">
          <ac:chgData name="Husain Alhelli" userId="daa5d717-96a4-4f58-a7dd-7a7519b1fc38" providerId="ADAL" clId="{5338A92F-D584-46E1-9A5C-226376A8EC60}" dt="2026-10-01T11:29:18.767" v="2728" actId="478"/>
          <ac:graphicFrameMkLst>
            <pc:docMk/>
            <pc:sldMk cId="965430829" sldId="2147481576"/>
            <ac:graphicFrameMk id="4" creationId="{D35C4B40-99DC-02DC-2D8C-7800FB0A0082}"/>
          </ac:graphicFrameMkLst>
        </pc:graphicFrameChg>
        <pc:graphicFrameChg chg="add mod modGraphic">
          <ac:chgData name="Husain Alhelli" userId="daa5d717-96a4-4f58-a7dd-7a7519b1fc38" providerId="ADAL" clId="{5338A92F-D584-46E1-9A5C-226376A8EC60}" dt="2026-10-01T11:36:58.698" v="3353" actId="1076"/>
          <ac:graphicFrameMkLst>
            <pc:docMk/>
            <pc:sldMk cId="965430829" sldId="2147481576"/>
            <ac:graphicFrameMk id="6" creationId="{48B70E64-3F1E-C3BC-FF7F-1992526042E6}"/>
          </ac:graphicFrameMkLst>
        </pc:graphicFrameChg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2282782237" sldId="2147481576"/>
        </pc:sldMkLst>
      </pc:sldChg>
      <pc:sldChg chg="modSp add mod">
        <pc:chgData name="Husain Alhelli" userId="daa5d717-96a4-4f58-a7dd-7a7519b1fc38" providerId="ADAL" clId="{5338A92F-D584-46E1-9A5C-226376A8EC60}" dt="2026-10-01T12:23:27.830" v="5110" actId="20577"/>
        <pc:sldMkLst>
          <pc:docMk/>
          <pc:sldMk cId="2029696817" sldId="2147481577"/>
        </pc:sldMkLst>
        <pc:spChg chg="mod">
          <ac:chgData name="Husain Alhelli" userId="daa5d717-96a4-4f58-a7dd-7a7519b1fc38" providerId="ADAL" clId="{5338A92F-D584-46E1-9A5C-226376A8EC60}" dt="2026-10-01T11:37:33.257" v="3387" actId="207"/>
          <ac:spMkLst>
            <pc:docMk/>
            <pc:sldMk cId="2029696817" sldId="2147481577"/>
            <ac:spMk id="3" creationId="{14A2F5F8-2F6E-A689-F3B5-F9B4539D3E7B}"/>
          </ac:spMkLst>
        </pc:spChg>
        <pc:graphicFrameChg chg="mod modGraphic">
          <ac:chgData name="Husain Alhelli" userId="daa5d717-96a4-4f58-a7dd-7a7519b1fc38" providerId="ADAL" clId="{5338A92F-D584-46E1-9A5C-226376A8EC60}" dt="2026-10-01T12:23:27.830" v="5110" actId="20577"/>
          <ac:graphicFrameMkLst>
            <pc:docMk/>
            <pc:sldMk cId="2029696817" sldId="2147481577"/>
            <ac:graphicFrameMk id="2" creationId="{68510839-A1B2-E75B-2C73-19970DE9EC2C}"/>
          </ac:graphicFrameMkLst>
        </pc:graphicFrameChg>
      </pc:sldChg>
      <pc:sldChg chg="addSp delSp modSp add mod">
        <pc:chgData name="Husain Alhelli" userId="daa5d717-96a4-4f58-a7dd-7a7519b1fc38" providerId="ADAL" clId="{5338A92F-D584-46E1-9A5C-226376A8EC60}" dt="2026-10-01T11:48:43.833" v="4511" actId="1076"/>
        <pc:sldMkLst>
          <pc:docMk/>
          <pc:sldMk cId="1033502485" sldId="2147481578"/>
        </pc:sldMkLst>
        <pc:spChg chg="mod">
          <ac:chgData name="Husain Alhelli" userId="daa5d717-96a4-4f58-a7dd-7a7519b1fc38" providerId="ADAL" clId="{5338A92F-D584-46E1-9A5C-226376A8EC60}" dt="2026-10-01T11:44:17.014" v="3951" actId="20577"/>
          <ac:spMkLst>
            <pc:docMk/>
            <pc:sldMk cId="1033502485" sldId="2147481578"/>
            <ac:spMk id="3" creationId="{9CBE7C35-4DA0-B95A-D0FC-C21E3F31884D}"/>
          </ac:spMkLst>
        </pc:spChg>
        <pc:spChg chg="add mod">
          <ac:chgData name="Husain Alhelli" userId="daa5d717-96a4-4f58-a7dd-7a7519b1fc38" providerId="ADAL" clId="{5338A92F-D584-46E1-9A5C-226376A8EC60}" dt="2026-10-01T11:48:43.833" v="4511" actId="1076"/>
          <ac:spMkLst>
            <pc:docMk/>
            <pc:sldMk cId="1033502485" sldId="2147481578"/>
            <ac:spMk id="5" creationId="{AD8DD52B-4330-45C9-4D0D-7D9437964BB7}"/>
          </ac:spMkLst>
        </pc:spChg>
        <pc:spChg chg="add mod">
          <ac:chgData name="Husain Alhelli" userId="daa5d717-96a4-4f58-a7dd-7a7519b1fc38" providerId="ADAL" clId="{5338A92F-D584-46E1-9A5C-226376A8EC60}" dt="2026-10-01T11:46:14.296" v="4138" actId="1076"/>
          <ac:spMkLst>
            <pc:docMk/>
            <pc:sldMk cId="1033502485" sldId="2147481578"/>
            <ac:spMk id="7" creationId="{3109A0EC-C207-3190-49CE-5C06CE67958A}"/>
          </ac:spMkLst>
        </pc:spChg>
        <pc:spChg chg="add mod">
          <ac:chgData name="Husain Alhelli" userId="daa5d717-96a4-4f58-a7dd-7a7519b1fc38" providerId="ADAL" clId="{5338A92F-D584-46E1-9A5C-226376A8EC60}" dt="2026-10-01T11:48:41.349" v="4510" actId="1076"/>
          <ac:spMkLst>
            <pc:docMk/>
            <pc:sldMk cId="1033502485" sldId="2147481578"/>
            <ac:spMk id="9" creationId="{5CBB047A-EE15-67B8-61DE-A341DC42F74D}"/>
          </ac:spMkLst>
        </pc:spChg>
        <pc:graphicFrameChg chg="del">
          <ac:chgData name="Husain Alhelli" userId="daa5d717-96a4-4f58-a7dd-7a7519b1fc38" providerId="ADAL" clId="{5338A92F-D584-46E1-9A5C-226376A8EC60}" dt="2026-10-01T11:43:56.073" v="3917" actId="478"/>
          <ac:graphicFrameMkLst>
            <pc:docMk/>
            <pc:sldMk cId="1033502485" sldId="2147481578"/>
            <ac:graphicFrameMk id="2" creationId="{8A5C543B-3AF8-04EB-3090-47E93D9FD355}"/>
          </ac:graphicFrameMkLst>
        </pc:graphicFrameChg>
      </pc:sldChg>
      <pc:sldChg chg="delSp modSp add mod">
        <pc:chgData name="Husain Alhelli" userId="daa5d717-96a4-4f58-a7dd-7a7519b1fc38" providerId="ADAL" clId="{5338A92F-D584-46E1-9A5C-226376A8EC60}" dt="2026-10-01T11:52:16.058" v="4982" actId="1076"/>
        <pc:sldMkLst>
          <pc:docMk/>
          <pc:sldMk cId="254115716" sldId="2147481579"/>
        </pc:sldMkLst>
        <pc:spChg chg="mod">
          <ac:chgData name="Husain Alhelli" userId="daa5d717-96a4-4f58-a7dd-7a7519b1fc38" providerId="ADAL" clId="{5338A92F-D584-46E1-9A5C-226376A8EC60}" dt="2026-10-01T11:49:31.614" v="4545" actId="207"/>
          <ac:spMkLst>
            <pc:docMk/>
            <pc:sldMk cId="254115716" sldId="2147481579"/>
            <ac:spMk id="3" creationId="{BA440674-D0A1-0219-40C5-674B98E2D40E}"/>
          </ac:spMkLst>
        </pc:spChg>
        <pc:spChg chg="del">
          <ac:chgData name="Husain Alhelli" userId="daa5d717-96a4-4f58-a7dd-7a7519b1fc38" providerId="ADAL" clId="{5338A92F-D584-46E1-9A5C-226376A8EC60}" dt="2026-10-01T11:49:35.551" v="4546" actId="478"/>
          <ac:spMkLst>
            <pc:docMk/>
            <pc:sldMk cId="254115716" sldId="2147481579"/>
            <ac:spMk id="5" creationId="{A4F2AE83-B515-AD7D-5D52-382E43C63C37}"/>
          </ac:spMkLst>
        </pc:spChg>
        <pc:spChg chg="del">
          <ac:chgData name="Husain Alhelli" userId="daa5d717-96a4-4f58-a7dd-7a7519b1fc38" providerId="ADAL" clId="{5338A92F-D584-46E1-9A5C-226376A8EC60}" dt="2026-10-01T11:49:37.316" v="4547" actId="478"/>
          <ac:spMkLst>
            <pc:docMk/>
            <pc:sldMk cId="254115716" sldId="2147481579"/>
            <ac:spMk id="7" creationId="{1E65B4CC-2D04-1C3D-DA2F-FEAA145C8C2E}"/>
          </ac:spMkLst>
        </pc:spChg>
        <pc:spChg chg="mod">
          <ac:chgData name="Husain Alhelli" userId="daa5d717-96a4-4f58-a7dd-7a7519b1fc38" providerId="ADAL" clId="{5338A92F-D584-46E1-9A5C-226376A8EC60}" dt="2026-10-01T11:52:16.058" v="4982" actId="1076"/>
          <ac:spMkLst>
            <pc:docMk/>
            <pc:sldMk cId="254115716" sldId="2147481579"/>
            <ac:spMk id="9" creationId="{AA3B1CDF-CDA8-D109-E5D6-44785D25B3C9}"/>
          </ac:spMkLst>
        </pc:spChg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1949521197" sldId="2147481579"/>
        </pc:sldMkLst>
      </pc:sldChg>
      <pc:sldChg chg="del">
        <pc:chgData name="Husain Alhelli" userId="daa5d717-96a4-4f58-a7dd-7a7519b1fc38" providerId="ADAL" clId="{5338A92F-D584-46E1-9A5C-226376A8EC60}" dt="2026-10-01T11:05:58.458" v="32" actId="47"/>
        <pc:sldMkLst>
          <pc:docMk/>
          <pc:sldMk cId="0" sldId="2147481580"/>
        </pc:sldMkLst>
      </pc:sldChg>
      <pc:sldMasterChg chg="delSldLayout">
        <pc:chgData name="Husain Alhelli" userId="daa5d717-96a4-4f58-a7dd-7a7519b1fc38" providerId="ADAL" clId="{5338A92F-D584-46E1-9A5C-226376A8EC60}" dt="2026-10-01T11:05:58.458" v="32" actId="47"/>
        <pc:sldMasterMkLst>
          <pc:docMk/>
          <pc:sldMasterMk cId="3926119444" sldId="2147483703"/>
        </pc:sldMasterMkLst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3926119444" sldId="2147483703"/>
            <pc:sldLayoutMk cId="27590866" sldId="2147484073"/>
          </pc:sldLayoutMkLst>
        </pc:sldLayoutChg>
      </pc:sldMasterChg>
      <pc:sldMasterChg chg="del delSldLayout">
        <pc:chgData name="Husain Alhelli" userId="daa5d717-96a4-4f58-a7dd-7a7519b1fc38" providerId="ADAL" clId="{5338A92F-D584-46E1-9A5C-226376A8EC60}" dt="2026-10-01T11:05:58.458" v="32" actId="47"/>
        <pc:sldMasterMkLst>
          <pc:docMk/>
          <pc:sldMasterMk cId="1943975228" sldId="2147484017"/>
        </pc:sldMasterMkLst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3546676818" sldId="2147484018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2215533445" sldId="2147484019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612143168" sldId="2147484020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2892225537" sldId="2147484021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1808867335" sldId="2147484022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2349378277" sldId="2147484023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3483005885" sldId="2147484024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3068116815" sldId="2147484025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4232216845" sldId="2147484026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4103714229" sldId="2147484027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421009829" sldId="2147484028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3085586936" sldId="2147484029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1595828039" sldId="2147484030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3358672452" sldId="2147484031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735679993" sldId="2147484032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1001704518" sldId="2147484033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1536180717" sldId="2147484034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3418892017" sldId="2147484035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1673803993" sldId="2147484036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199620812" sldId="2147484037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539594676" sldId="2147484038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2795595118" sldId="2147484039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1452939384" sldId="2147484040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954677998" sldId="2147484041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17237216" sldId="2147484042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3614089137" sldId="2147484043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1902262538" sldId="2147484044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3216910902" sldId="2147484045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4099160608" sldId="2147484047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1943975228" sldId="2147484017"/>
            <pc:sldLayoutMk cId="2803616835" sldId="2147484048"/>
          </pc:sldLayoutMkLst>
        </pc:sldLayoutChg>
      </pc:sldMasterChg>
      <pc:sldMasterChg chg="del delSldLayout">
        <pc:chgData name="Husain Alhelli" userId="daa5d717-96a4-4f58-a7dd-7a7519b1fc38" providerId="ADAL" clId="{5338A92F-D584-46E1-9A5C-226376A8EC60}" dt="2026-10-01T11:05:58.458" v="32" actId="47"/>
        <pc:sldMasterMkLst>
          <pc:docMk/>
          <pc:sldMasterMk cId="419137425" sldId="2147484050"/>
        </pc:sldMasterMkLst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559380358" sldId="2147484051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3937048011" sldId="2147484052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3723282294" sldId="2147484053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890455455" sldId="2147484054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502640980" sldId="2147484055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2447054680" sldId="2147484056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1006301544" sldId="2147484057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2527718306" sldId="2147484058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2961275228" sldId="2147484059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724269765" sldId="2147484060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3374784186" sldId="2147484061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3273519952" sldId="2147484062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3427837022" sldId="2147484063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2733051865" sldId="2147484064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1720552727" sldId="2147484065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1190884304" sldId="2147484066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2366608479" sldId="2147484067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1324884534" sldId="2147484068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3032536904" sldId="2147484069"/>
          </pc:sldLayoutMkLst>
        </pc:sldLayoutChg>
        <pc:sldLayoutChg chg="del">
          <pc:chgData name="Husain Alhelli" userId="daa5d717-96a4-4f58-a7dd-7a7519b1fc38" providerId="ADAL" clId="{5338A92F-D584-46E1-9A5C-226376A8EC60}" dt="2026-10-01T11:05:58.458" v="32" actId="47"/>
          <pc:sldLayoutMkLst>
            <pc:docMk/>
            <pc:sldMasterMk cId="419137425" sldId="2147484050"/>
            <pc:sldLayoutMk cId="4228545175" sldId="2147484070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>
        <a:shade val="8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1">
        <a:shade val="80000"/>
      </a:schemeClr>
      <a:schemeClr val="accent1">
        <a:tint val="7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1">
        <a:tint val="75000"/>
      </a:schemeClr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1">
        <a:tint val="99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>
        <a:tint val="8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>
        <a:tint val="7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D83A95-47C8-45DB-A234-DE04A5FD0DA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69B9C85-AC3A-4BF7-86B8-1E28D3337518}">
      <dgm:prSet phldrT="[Text]" phldr="0"/>
      <dgm:spPr/>
      <dgm:t>
        <a:bodyPr/>
        <a:lstStyle/>
        <a:p>
          <a:r>
            <a:rPr lang="en-US" dirty="0"/>
            <a:t>Growth</a:t>
          </a:r>
        </a:p>
      </dgm:t>
    </dgm:pt>
    <dgm:pt modelId="{8D2CC083-36C5-4AEF-8B5B-0D570E2B7361}" type="parTrans" cxnId="{EC89836F-69F5-4DB7-B361-4C0E101303EC}">
      <dgm:prSet/>
      <dgm:spPr/>
      <dgm:t>
        <a:bodyPr/>
        <a:lstStyle/>
        <a:p>
          <a:endParaRPr lang="en-US"/>
        </a:p>
      </dgm:t>
    </dgm:pt>
    <dgm:pt modelId="{AAC3E2DD-029D-460E-B8DB-5BC695D71439}" type="sibTrans" cxnId="{EC89836F-69F5-4DB7-B361-4C0E101303EC}">
      <dgm:prSet/>
      <dgm:spPr/>
      <dgm:t>
        <a:bodyPr/>
        <a:lstStyle/>
        <a:p>
          <a:endParaRPr lang="en-US"/>
        </a:p>
      </dgm:t>
    </dgm:pt>
    <dgm:pt modelId="{CF4D924A-0D4E-45A8-B34A-79993D6841D9}">
      <dgm:prSet phldrT="[Text]" phldr="0"/>
      <dgm:spPr/>
      <dgm:t>
        <a:bodyPr/>
        <a:lstStyle/>
        <a:p>
          <a:r>
            <a:rPr lang="en-US" dirty="0"/>
            <a:t>Microfinancing at scale, with product flexibility configured by the business – not coded by developers</a:t>
          </a:r>
        </a:p>
      </dgm:t>
    </dgm:pt>
    <dgm:pt modelId="{051134A7-9C29-4C6C-B250-58A63E62D98D}" type="parTrans" cxnId="{8CB70D56-313D-4D83-B7A9-93BF386B9CEA}">
      <dgm:prSet/>
      <dgm:spPr/>
      <dgm:t>
        <a:bodyPr/>
        <a:lstStyle/>
        <a:p>
          <a:endParaRPr lang="en-US"/>
        </a:p>
      </dgm:t>
    </dgm:pt>
    <dgm:pt modelId="{F9CFF2CE-2DAB-4E39-9D4C-63A8B11A75F0}" type="sibTrans" cxnId="{8CB70D56-313D-4D83-B7A9-93BF386B9CEA}">
      <dgm:prSet/>
      <dgm:spPr/>
      <dgm:t>
        <a:bodyPr/>
        <a:lstStyle/>
        <a:p>
          <a:endParaRPr lang="en-US"/>
        </a:p>
      </dgm:t>
    </dgm:pt>
    <dgm:pt modelId="{55A1C256-6465-48E7-AE91-ABB2DFD6EC84}">
      <dgm:prSet phldrT="[Text]" phldr="0"/>
      <dgm:spPr/>
      <dgm:t>
        <a:bodyPr/>
        <a:lstStyle/>
        <a:p>
          <a:r>
            <a:rPr lang="en-US" dirty="0"/>
            <a:t>Reliable Mobile-only Customer Journey</a:t>
          </a:r>
        </a:p>
      </dgm:t>
    </dgm:pt>
    <dgm:pt modelId="{33A54128-87CC-4513-AD38-7AEAA59504B6}" type="parTrans" cxnId="{6A99DBD9-0F65-46EA-82B8-253ACBCA90CD}">
      <dgm:prSet/>
      <dgm:spPr/>
      <dgm:t>
        <a:bodyPr/>
        <a:lstStyle/>
        <a:p>
          <a:endParaRPr lang="en-US"/>
        </a:p>
      </dgm:t>
    </dgm:pt>
    <dgm:pt modelId="{3B00C2AE-BF53-4691-88AD-752360B1FCFF}" type="sibTrans" cxnId="{6A99DBD9-0F65-46EA-82B8-253ACBCA90CD}">
      <dgm:prSet/>
      <dgm:spPr/>
      <dgm:t>
        <a:bodyPr/>
        <a:lstStyle/>
        <a:p>
          <a:endParaRPr lang="en-US"/>
        </a:p>
      </dgm:t>
    </dgm:pt>
    <dgm:pt modelId="{BA918EC9-1C93-43CF-8061-FE4F5E063195}">
      <dgm:prSet phldrT="[Text]" phldr="0"/>
      <dgm:spPr/>
      <dgm:t>
        <a:bodyPr/>
        <a:lstStyle/>
        <a:p>
          <a:r>
            <a:rPr lang="en-US" dirty="0"/>
            <a:t>Apply, repay, settle, top-up and defer entirely in the Bede App. Stable and Reliable.</a:t>
          </a:r>
        </a:p>
      </dgm:t>
    </dgm:pt>
    <dgm:pt modelId="{9B2D0BFF-B5C0-405C-9743-43C53B6F046A}" type="parTrans" cxnId="{7F2DE83C-99EA-49D8-AA1C-476B6595CBB1}">
      <dgm:prSet/>
      <dgm:spPr/>
      <dgm:t>
        <a:bodyPr/>
        <a:lstStyle/>
        <a:p>
          <a:endParaRPr lang="en-US"/>
        </a:p>
      </dgm:t>
    </dgm:pt>
    <dgm:pt modelId="{02AC705F-F563-4BDE-8B1C-FCCCC9EF80FC}" type="sibTrans" cxnId="{7F2DE83C-99EA-49D8-AA1C-476B6595CBB1}">
      <dgm:prSet/>
      <dgm:spPr/>
      <dgm:t>
        <a:bodyPr/>
        <a:lstStyle/>
        <a:p>
          <a:endParaRPr lang="en-US"/>
        </a:p>
      </dgm:t>
    </dgm:pt>
    <dgm:pt modelId="{D39ED564-ACDA-4C20-97D0-78DD01D9244D}">
      <dgm:prSet phldrT="[Text]" phldr="0"/>
      <dgm:spPr/>
      <dgm:t>
        <a:bodyPr/>
        <a:lstStyle/>
        <a:p>
          <a:r>
            <a:rPr lang="en-US"/>
            <a:t>Regulatory Confidence</a:t>
          </a:r>
          <a:endParaRPr lang="en-US" dirty="0"/>
        </a:p>
      </dgm:t>
    </dgm:pt>
    <dgm:pt modelId="{D9469AA7-F750-4DFA-8553-DAB4CBA7262D}" type="parTrans" cxnId="{3561C1CD-D283-4677-BD2B-C8AD84F8CD39}">
      <dgm:prSet/>
      <dgm:spPr/>
      <dgm:t>
        <a:bodyPr/>
        <a:lstStyle/>
        <a:p>
          <a:endParaRPr lang="en-US"/>
        </a:p>
      </dgm:t>
    </dgm:pt>
    <dgm:pt modelId="{9CBC6532-9361-45C2-BEF0-74983213B7E6}" type="sibTrans" cxnId="{3561C1CD-D283-4677-BD2B-C8AD84F8CD39}">
      <dgm:prSet/>
      <dgm:spPr/>
      <dgm:t>
        <a:bodyPr/>
        <a:lstStyle/>
        <a:p>
          <a:endParaRPr lang="en-US"/>
        </a:p>
      </dgm:t>
    </dgm:pt>
    <dgm:pt modelId="{239D056D-8E27-4841-A0F5-6D849AA72749}">
      <dgm:prSet phldrT="[Text]" phldr="0"/>
      <dgm:spPr/>
      <dgm:t>
        <a:bodyPr/>
        <a:lstStyle/>
        <a:p>
          <a:r>
            <a:rPr lang="en-US"/>
            <a:t>CBB Rulebook, Sharia Supervisory Board Approval and full Audit Trail by design.</a:t>
          </a:r>
          <a:endParaRPr lang="en-US" dirty="0"/>
        </a:p>
      </dgm:t>
    </dgm:pt>
    <dgm:pt modelId="{789A410F-FB5D-4A87-B9D3-2E4089D96501}" type="parTrans" cxnId="{885F6A64-065B-4422-9606-F5BE9695740A}">
      <dgm:prSet/>
      <dgm:spPr/>
      <dgm:t>
        <a:bodyPr/>
        <a:lstStyle/>
        <a:p>
          <a:endParaRPr lang="en-US"/>
        </a:p>
      </dgm:t>
    </dgm:pt>
    <dgm:pt modelId="{7B64DB6D-7397-4904-9DE1-4ECD97D08887}" type="sibTrans" cxnId="{885F6A64-065B-4422-9606-F5BE9695740A}">
      <dgm:prSet/>
      <dgm:spPr/>
      <dgm:t>
        <a:bodyPr/>
        <a:lstStyle/>
        <a:p>
          <a:endParaRPr lang="en-US"/>
        </a:p>
      </dgm:t>
    </dgm:pt>
    <dgm:pt modelId="{2B6C3289-26D1-4657-8356-89803ED5F158}">
      <dgm:prSet phldrT="[Text]" phldr="0"/>
      <dgm:spPr/>
      <dgm:t>
        <a:bodyPr/>
        <a:lstStyle/>
        <a:p>
          <a:r>
            <a:rPr lang="en-US"/>
            <a:t>Operational Control</a:t>
          </a:r>
          <a:endParaRPr lang="en-US" dirty="0"/>
        </a:p>
      </dgm:t>
    </dgm:pt>
    <dgm:pt modelId="{C5E5DC01-3555-4B14-B874-739748C195EC}" type="parTrans" cxnId="{65DF3F9C-10BD-4734-88A4-E5E5560CD776}">
      <dgm:prSet/>
      <dgm:spPr/>
      <dgm:t>
        <a:bodyPr/>
        <a:lstStyle/>
        <a:p>
          <a:endParaRPr lang="en-US"/>
        </a:p>
      </dgm:t>
    </dgm:pt>
    <dgm:pt modelId="{BC68B675-D8A1-4505-AAA4-D6208AF2616B}" type="sibTrans" cxnId="{65DF3F9C-10BD-4734-88A4-E5E5560CD776}">
      <dgm:prSet/>
      <dgm:spPr/>
      <dgm:t>
        <a:bodyPr/>
        <a:lstStyle/>
        <a:p>
          <a:endParaRPr lang="en-US"/>
        </a:p>
      </dgm:t>
    </dgm:pt>
    <dgm:pt modelId="{24E40AAF-BDFA-45B4-A942-1BA067EEDE96}">
      <dgm:prSet phldrT="[Text]" phldr="0"/>
      <dgm:spPr/>
      <dgm:t>
        <a:bodyPr/>
        <a:lstStyle/>
        <a:p>
          <a:r>
            <a:rPr lang="en-US"/>
            <a:t>Bede-managed AWS, zero-downtime releases, clean data for Analytics, and clear 24x7 support.</a:t>
          </a:r>
          <a:endParaRPr lang="en-US" dirty="0"/>
        </a:p>
      </dgm:t>
    </dgm:pt>
    <dgm:pt modelId="{05913A64-A35C-431D-91C7-8CA627C015E8}" type="parTrans" cxnId="{4B1644B4-0C98-4201-9717-E358720CD945}">
      <dgm:prSet/>
      <dgm:spPr/>
      <dgm:t>
        <a:bodyPr/>
        <a:lstStyle/>
        <a:p>
          <a:endParaRPr lang="en-US"/>
        </a:p>
      </dgm:t>
    </dgm:pt>
    <dgm:pt modelId="{7AEABE88-1649-4C7D-93C0-FE37817F836C}" type="sibTrans" cxnId="{4B1644B4-0C98-4201-9717-E358720CD945}">
      <dgm:prSet/>
      <dgm:spPr/>
      <dgm:t>
        <a:bodyPr/>
        <a:lstStyle/>
        <a:p>
          <a:endParaRPr lang="en-US"/>
        </a:p>
      </dgm:t>
    </dgm:pt>
    <dgm:pt modelId="{70B756E0-4CF9-4D84-8C60-8AAA5A8AC232}" type="pres">
      <dgm:prSet presAssocID="{9FD83A95-47C8-45DB-A234-DE04A5FD0DAF}" presName="linear" presStyleCnt="0">
        <dgm:presLayoutVars>
          <dgm:animLvl val="lvl"/>
          <dgm:resizeHandles val="exact"/>
        </dgm:presLayoutVars>
      </dgm:prSet>
      <dgm:spPr/>
    </dgm:pt>
    <dgm:pt modelId="{1EF7938C-21F0-470E-9829-5E34BE8F8352}" type="pres">
      <dgm:prSet presAssocID="{369B9C85-AC3A-4BF7-86B8-1E28D333751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DC8D741-525F-457B-AC27-C9ECBF55D982}" type="pres">
      <dgm:prSet presAssocID="{369B9C85-AC3A-4BF7-86B8-1E28D3337518}" presName="childText" presStyleLbl="revTx" presStyleIdx="0" presStyleCnt="4">
        <dgm:presLayoutVars>
          <dgm:bulletEnabled val="1"/>
        </dgm:presLayoutVars>
      </dgm:prSet>
      <dgm:spPr/>
    </dgm:pt>
    <dgm:pt modelId="{ADCCDBD3-9F26-404E-9087-0BCDD4E514A9}" type="pres">
      <dgm:prSet presAssocID="{55A1C256-6465-48E7-AE91-ABB2DFD6EC8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7562743-C4A4-4E86-99DE-5DB4AAEB95CF}" type="pres">
      <dgm:prSet presAssocID="{55A1C256-6465-48E7-AE91-ABB2DFD6EC84}" presName="childText" presStyleLbl="revTx" presStyleIdx="1" presStyleCnt="4">
        <dgm:presLayoutVars>
          <dgm:bulletEnabled val="1"/>
        </dgm:presLayoutVars>
      </dgm:prSet>
      <dgm:spPr/>
    </dgm:pt>
    <dgm:pt modelId="{6A52E0A8-35D0-41FB-9D9B-3D301850D757}" type="pres">
      <dgm:prSet presAssocID="{D39ED564-ACDA-4C20-97D0-78DD01D9244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D49577F-3C6E-4E47-B135-B8B75307309B}" type="pres">
      <dgm:prSet presAssocID="{D39ED564-ACDA-4C20-97D0-78DD01D9244D}" presName="childText" presStyleLbl="revTx" presStyleIdx="2" presStyleCnt="4">
        <dgm:presLayoutVars>
          <dgm:bulletEnabled val="1"/>
        </dgm:presLayoutVars>
      </dgm:prSet>
      <dgm:spPr/>
    </dgm:pt>
    <dgm:pt modelId="{5F2B1B29-8B42-4ED0-B591-0E1A60DE8750}" type="pres">
      <dgm:prSet presAssocID="{2B6C3289-26D1-4657-8356-89803ED5F15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757CA0D-8256-4051-A0A9-4B7163EC14F6}" type="pres">
      <dgm:prSet presAssocID="{2B6C3289-26D1-4657-8356-89803ED5F158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51483429-969B-4928-991B-E37D0024EE47}" type="presOf" srcId="{BA918EC9-1C93-43CF-8061-FE4F5E063195}" destId="{E7562743-C4A4-4E86-99DE-5DB4AAEB95CF}" srcOrd="0" destOrd="0" presId="urn:microsoft.com/office/officeart/2005/8/layout/vList2"/>
    <dgm:cxn modelId="{DF25EE2D-0136-4956-A744-F9D85835102E}" type="presOf" srcId="{2B6C3289-26D1-4657-8356-89803ED5F158}" destId="{5F2B1B29-8B42-4ED0-B591-0E1A60DE8750}" srcOrd="0" destOrd="0" presId="urn:microsoft.com/office/officeart/2005/8/layout/vList2"/>
    <dgm:cxn modelId="{5366FD31-48D1-42BF-81B0-DD3BA606824D}" type="presOf" srcId="{9FD83A95-47C8-45DB-A234-DE04A5FD0DAF}" destId="{70B756E0-4CF9-4D84-8C60-8AAA5A8AC232}" srcOrd="0" destOrd="0" presId="urn:microsoft.com/office/officeart/2005/8/layout/vList2"/>
    <dgm:cxn modelId="{7F2DE83C-99EA-49D8-AA1C-476B6595CBB1}" srcId="{55A1C256-6465-48E7-AE91-ABB2DFD6EC84}" destId="{BA918EC9-1C93-43CF-8061-FE4F5E063195}" srcOrd="0" destOrd="0" parTransId="{9B2D0BFF-B5C0-405C-9743-43C53B6F046A}" sibTransId="{02AC705F-F563-4BDE-8B1C-FCCCC9EF80FC}"/>
    <dgm:cxn modelId="{885F6A64-065B-4422-9606-F5BE9695740A}" srcId="{D39ED564-ACDA-4C20-97D0-78DD01D9244D}" destId="{239D056D-8E27-4841-A0F5-6D849AA72749}" srcOrd="0" destOrd="0" parTransId="{789A410F-FB5D-4A87-B9D3-2E4089D96501}" sibTransId="{7B64DB6D-7397-4904-9DE1-4ECD97D08887}"/>
    <dgm:cxn modelId="{EC89836F-69F5-4DB7-B361-4C0E101303EC}" srcId="{9FD83A95-47C8-45DB-A234-DE04A5FD0DAF}" destId="{369B9C85-AC3A-4BF7-86B8-1E28D3337518}" srcOrd="0" destOrd="0" parTransId="{8D2CC083-36C5-4AEF-8B5B-0D570E2B7361}" sibTransId="{AAC3E2DD-029D-460E-B8DB-5BC695D71439}"/>
    <dgm:cxn modelId="{8CB70D56-313D-4D83-B7A9-93BF386B9CEA}" srcId="{369B9C85-AC3A-4BF7-86B8-1E28D3337518}" destId="{CF4D924A-0D4E-45A8-B34A-79993D6841D9}" srcOrd="0" destOrd="0" parTransId="{051134A7-9C29-4C6C-B250-58A63E62D98D}" sibTransId="{F9CFF2CE-2DAB-4E39-9D4C-63A8B11A75F0}"/>
    <dgm:cxn modelId="{98E13E56-7B51-45F4-95D9-7F2015708D8F}" type="presOf" srcId="{24E40AAF-BDFA-45B4-A942-1BA067EEDE96}" destId="{8757CA0D-8256-4051-A0A9-4B7163EC14F6}" srcOrd="0" destOrd="0" presId="urn:microsoft.com/office/officeart/2005/8/layout/vList2"/>
    <dgm:cxn modelId="{C981A679-0F1A-474F-93D0-07E9966EA935}" type="presOf" srcId="{CF4D924A-0D4E-45A8-B34A-79993D6841D9}" destId="{DDC8D741-525F-457B-AC27-C9ECBF55D982}" srcOrd="0" destOrd="0" presId="urn:microsoft.com/office/officeart/2005/8/layout/vList2"/>
    <dgm:cxn modelId="{6C6FAF81-3F1F-4DC9-9D2F-F1C1AD9566E2}" type="presOf" srcId="{369B9C85-AC3A-4BF7-86B8-1E28D3337518}" destId="{1EF7938C-21F0-470E-9829-5E34BE8F8352}" srcOrd="0" destOrd="0" presId="urn:microsoft.com/office/officeart/2005/8/layout/vList2"/>
    <dgm:cxn modelId="{1D3B2484-DDE0-4CC6-AA9C-2A4254FF39EA}" type="presOf" srcId="{D39ED564-ACDA-4C20-97D0-78DD01D9244D}" destId="{6A52E0A8-35D0-41FB-9D9B-3D301850D757}" srcOrd="0" destOrd="0" presId="urn:microsoft.com/office/officeart/2005/8/layout/vList2"/>
    <dgm:cxn modelId="{65DF3F9C-10BD-4734-88A4-E5E5560CD776}" srcId="{9FD83A95-47C8-45DB-A234-DE04A5FD0DAF}" destId="{2B6C3289-26D1-4657-8356-89803ED5F158}" srcOrd="3" destOrd="0" parTransId="{C5E5DC01-3555-4B14-B874-739748C195EC}" sibTransId="{BC68B675-D8A1-4505-AAA4-D6208AF2616B}"/>
    <dgm:cxn modelId="{B86DD69E-F493-4525-B0AA-B0BAF6BEE205}" type="presOf" srcId="{239D056D-8E27-4841-A0F5-6D849AA72749}" destId="{0D49577F-3C6E-4E47-B135-B8B75307309B}" srcOrd="0" destOrd="0" presId="urn:microsoft.com/office/officeart/2005/8/layout/vList2"/>
    <dgm:cxn modelId="{4B1644B4-0C98-4201-9717-E358720CD945}" srcId="{2B6C3289-26D1-4657-8356-89803ED5F158}" destId="{24E40AAF-BDFA-45B4-A942-1BA067EEDE96}" srcOrd="0" destOrd="0" parTransId="{05913A64-A35C-431D-91C7-8CA627C015E8}" sibTransId="{7AEABE88-1649-4C7D-93C0-FE37817F836C}"/>
    <dgm:cxn modelId="{00EE71B8-2104-4AF1-ACF3-5C6CAF2918AF}" type="presOf" srcId="{55A1C256-6465-48E7-AE91-ABB2DFD6EC84}" destId="{ADCCDBD3-9F26-404E-9087-0BCDD4E514A9}" srcOrd="0" destOrd="0" presId="urn:microsoft.com/office/officeart/2005/8/layout/vList2"/>
    <dgm:cxn modelId="{3561C1CD-D283-4677-BD2B-C8AD84F8CD39}" srcId="{9FD83A95-47C8-45DB-A234-DE04A5FD0DAF}" destId="{D39ED564-ACDA-4C20-97D0-78DD01D9244D}" srcOrd="2" destOrd="0" parTransId="{D9469AA7-F750-4DFA-8553-DAB4CBA7262D}" sibTransId="{9CBC6532-9361-45C2-BEF0-74983213B7E6}"/>
    <dgm:cxn modelId="{6A99DBD9-0F65-46EA-82B8-253ACBCA90CD}" srcId="{9FD83A95-47C8-45DB-A234-DE04A5FD0DAF}" destId="{55A1C256-6465-48E7-AE91-ABB2DFD6EC84}" srcOrd="1" destOrd="0" parTransId="{33A54128-87CC-4513-AD38-7AEAA59504B6}" sibTransId="{3B00C2AE-BF53-4691-88AD-752360B1FCFF}"/>
    <dgm:cxn modelId="{C8757565-565D-4F05-957E-372D1C9161D1}" type="presParOf" srcId="{70B756E0-4CF9-4D84-8C60-8AAA5A8AC232}" destId="{1EF7938C-21F0-470E-9829-5E34BE8F8352}" srcOrd="0" destOrd="0" presId="urn:microsoft.com/office/officeart/2005/8/layout/vList2"/>
    <dgm:cxn modelId="{CC218BB3-C216-4531-8315-C829648F8591}" type="presParOf" srcId="{70B756E0-4CF9-4D84-8C60-8AAA5A8AC232}" destId="{DDC8D741-525F-457B-AC27-C9ECBF55D982}" srcOrd="1" destOrd="0" presId="urn:microsoft.com/office/officeart/2005/8/layout/vList2"/>
    <dgm:cxn modelId="{E3FD39B2-5461-49C8-B59A-6F363D66667D}" type="presParOf" srcId="{70B756E0-4CF9-4D84-8C60-8AAA5A8AC232}" destId="{ADCCDBD3-9F26-404E-9087-0BCDD4E514A9}" srcOrd="2" destOrd="0" presId="urn:microsoft.com/office/officeart/2005/8/layout/vList2"/>
    <dgm:cxn modelId="{49E62333-50D7-45CB-A2B1-20318177C0F6}" type="presParOf" srcId="{70B756E0-4CF9-4D84-8C60-8AAA5A8AC232}" destId="{E7562743-C4A4-4E86-99DE-5DB4AAEB95CF}" srcOrd="3" destOrd="0" presId="urn:microsoft.com/office/officeart/2005/8/layout/vList2"/>
    <dgm:cxn modelId="{3A03C241-6DD2-4CFD-9C87-821FEE46DC01}" type="presParOf" srcId="{70B756E0-4CF9-4D84-8C60-8AAA5A8AC232}" destId="{6A52E0A8-35D0-41FB-9D9B-3D301850D757}" srcOrd="4" destOrd="0" presId="urn:microsoft.com/office/officeart/2005/8/layout/vList2"/>
    <dgm:cxn modelId="{BEB5247A-6129-494C-986F-0BECEB67E0DF}" type="presParOf" srcId="{70B756E0-4CF9-4D84-8C60-8AAA5A8AC232}" destId="{0D49577F-3C6E-4E47-B135-B8B75307309B}" srcOrd="5" destOrd="0" presId="urn:microsoft.com/office/officeart/2005/8/layout/vList2"/>
    <dgm:cxn modelId="{2DE1FB32-CCF0-48E2-B2A4-0A4F3338036F}" type="presParOf" srcId="{70B756E0-4CF9-4D84-8C60-8AAA5A8AC232}" destId="{5F2B1B29-8B42-4ED0-B591-0E1A60DE8750}" srcOrd="6" destOrd="0" presId="urn:microsoft.com/office/officeart/2005/8/layout/vList2"/>
    <dgm:cxn modelId="{9C235E52-6B89-4F9B-A3F5-AE6619943A75}" type="presParOf" srcId="{70B756E0-4CF9-4D84-8C60-8AAA5A8AC232}" destId="{8757CA0D-8256-4051-A0A9-4B7163EC14F6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7ECE04-93A3-4BAA-99E5-82828B6B5577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3DE4E29-5D86-4227-898C-A4B68850261F}">
      <dgm:prSet phldrT="[Text]" phldr="0"/>
      <dgm:spPr/>
      <dgm:t>
        <a:bodyPr/>
        <a:lstStyle/>
        <a:p>
          <a:r>
            <a:rPr lang="en-US" b="1" dirty="0"/>
            <a:t>In scope - FOO</a:t>
          </a:r>
        </a:p>
      </dgm:t>
    </dgm:pt>
    <dgm:pt modelId="{B1021461-55E4-4CF5-AB75-E9D025465E73}" type="parTrans" cxnId="{9A208F70-06CC-44B2-82A0-CAD98B423B65}">
      <dgm:prSet/>
      <dgm:spPr/>
      <dgm:t>
        <a:bodyPr/>
        <a:lstStyle/>
        <a:p>
          <a:endParaRPr lang="en-US"/>
        </a:p>
      </dgm:t>
    </dgm:pt>
    <dgm:pt modelId="{7E96BF94-7E65-4E6B-A57D-105340D718D9}" type="sibTrans" cxnId="{9A208F70-06CC-44B2-82A0-CAD98B423B65}">
      <dgm:prSet/>
      <dgm:spPr/>
      <dgm:t>
        <a:bodyPr/>
        <a:lstStyle/>
        <a:p>
          <a:endParaRPr lang="en-US"/>
        </a:p>
      </dgm:t>
    </dgm:pt>
    <dgm:pt modelId="{607E2984-3C84-4572-B489-B0E886EA61CC}">
      <dgm:prSet phldrT="[Text]" phldr="0"/>
      <dgm:spPr/>
      <dgm:t>
        <a:bodyPr/>
        <a:lstStyle/>
        <a:p>
          <a:r>
            <a:rPr lang="en-US" dirty="0"/>
            <a:t>LMS Platform: Product, Lifecycle, Repayments, Collections, Accounting sub-ledger</a:t>
          </a:r>
        </a:p>
      </dgm:t>
    </dgm:pt>
    <dgm:pt modelId="{E6D6534F-BE7B-484E-9562-59F13BCF8E91}" type="parTrans" cxnId="{6AC72678-BFB1-453D-BD6F-3AA4076C2734}">
      <dgm:prSet/>
      <dgm:spPr/>
      <dgm:t>
        <a:bodyPr/>
        <a:lstStyle/>
        <a:p>
          <a:endParaRPr lang="en-US"/>
        </a:p>
      </dgm:t>
    </dgm:pt>
    <dgm:pt modelId="{05E7141C-ED82-49F8-B180-4047315C14AC}" type="sibTrans" cxnId="{6AC72678-BFB1-453D-BD6F-3AA4076C2734}">
      <dgm:prSet/>
      <dgm:spPr/>
      <dgm:t>
        <a:bodyPr/>
        <a:lstStyle/>
        <a:p>
          <a:endParaRPr lang="en-US"/>
        </a:p>
      </dgm:t>
    </dgm:pt>
    <dgm:pt modelId="{92A0207D-434E-4824-BF13-C9B5767C6AA0}">
      <dgm:prSet phldrT="[Text]" phldr="0"/>
      <dgm:spPr/>
      <dgm:t>
        <a:bodyPr/>
        <a:lstStyle/>
        <a:p>
          <a:r>
            <a:rPr lang="en-US" b="1" dirty="0"/>
            <a:t>Bede</a:t>
          </a:r>
        </a:p>
      </dgm:t>
    </dgm:pt>
    <dgm:pt modelId="{1332201E-BA5E-4EE6-9598-69B9673271BE}" type="parTrans" cxnId="{17855EC9-1B0E-4067-A215-120C1439B221}">
      <dgm:prSet/>
      <dgm:spPr/>
      <dgm:t>
        <a:bodyPr/>
        <a:lstStyle/>
        <a:p>
          <a:endParaRPr lang="en-US"/>
        </a:p>
      </dgm:t>
    </dgm:pt>
    <dgm:pt modelId="{31BDC223-35A8-4307-B812-4872EB00341D}" type="sibTrans" cxnId="{17855EC9-1B0E-4067-A215-120C1439B221}">
      <dgm:prSet/>
      <dgm:spPr/>
      <dgm:t>
        <a:bodyPr/>
        <a:lstStyle/>
        <a:p>
          <a:endParaRPr lang="en-US"/>
        </a:p>
      </dgm:t>
    </dgm:pt>
    <dgm:pt modelId="{0BA3429C-08DB-43EA-92DC-FC91F8A3C567}">
      <dgm:prSet phldrT="[Text]" phldr="0"/>
      <dgm:spPr/>
      <dgm:t>
        <a:bodyPr/>
        <a:lstStyle/>
        <a:p>
          <a:r>
            <a:rPr lang="en-US" dirty="0"/>
            <a:t>AWS infrastructure provisioning and operation</a:t>
          </a:r>
        </a:p>
      </dgm:t>
    </dgm:pt>
    <dgm:pt modelId="{5A5EFC4E-A4FA-4CE4-8A14-49B16179285A}" type="parTrans" cxnId="{5976B2A4-B95F-419D-AF23-B52871AA60B1}">
      <dgm:prSet/>
      <dgm:spPr/>
      <dgm:t>
        <a:bodyPr/>
        <a:lstStyle/>
        <a:p>
          <a:endParaRPr lang="en-US"/>
        </a:p>
      </dgm:t>
    </dgm:pt>
    <dgm:pt modelId="{9D82C710-30A6-4C6F-9DA4-B3388A52A665}" type="sibTrans" cxnId="{5976B2A4-B95F-419D-AF23-B52871AA60B1}">
      <dgm:prSet/>
      <dgm:spPr/>
      <dgm:t>
        <a:bodyPr/>
        <a:lstStyle/>
        <a:p>
          <a:endParaRPr lang="en-US"/>
        </a:p>
      </dgm:t>
    </dgm:pt>
    <dgm:pt modelId="{85C314BE-AB47-4D0E-9726-A6B7E98D8651}">
      <dgm:prSet phldrT="[Text]" phldr="0"/>
      <dgm:spPr/>
      <dgm:t>
        <a:bodyPr/>
        <a:lstStyle/>
        <a:p>
          <a:r>
            <a:rPr lang="en-US" dirty="0"/>
            <a:t>All integrations inc. mobile app &amp; backend</a:t>
          </a:r>
        </a:p>
      </dgm:t>
    </dgm:pt>
    <dgm:pt modelId="{E1D044AF-B2D6-46AE-96DC-659B5F2C2AB7}" type="parTrans" cxnId="{1FC59314-B8F6-47F7-A385-A864615B334D}">
      <dgm:prSet/>
      <dgm:spPr/>
      <dgm:t>
        <a:bodyPr/>
        <a:lstStyle/>
        <a:p>
          <a:endParaRPr lang="en-US"/>
        </a:p>
      </dgm:t>
    </dgm:pt>
    <dgm:pt modelId="{0D3451CA-047B-4E5E-8CDF-661AE690A249}" type="sibTrans" cxnId="{1FC59314-B8F6-47F7-A385-A864615B334D}">
      <dgm:prSet/>
      <dgm:spPr/>
      <dgm:t>
        <a:bodyPr/>
        <a:lstStyle/>
        <a:p>
          <a:endParaRPr lang="en-US"/>
        </a:p>
      </dgm:t>
    </dgm:pt>
    <dgm:pt modelId="{7A19BEF2-F8FD-46B2-A83F-CD7ABB85362B}">
      <dgm:prSet phldrT="[Text]" phldr="0"/>
      <dgm:spPr/>
      <dgm:t>
        <a:bodyPr/>
        <a:lstStyle/>
        <a:p>
          <a:r>
            <a:rPr lang="en-US" dirty="0"/>
            <a:t>Back-office console for Operations, Finance, Risk, Compliance</a:t>
          </a:r>
        </a:p>
      </dgm:t>
    </dgm:pt>
    <dgm:pt modelId="{C9E972BF-AEE9-4CF4-B3FB-9B6EB04A9072}" type="parTrans" cxnId="{13F09FF3-A365-4625-874C-F2EC999421FB}">
      <dgm:prSet/>
      <dgm:spPr/>
      <dgm:t>
        <a:bodyPr/>
        <a:lstStyle/>
        <a:p>
          <a:endParaRPr lang="en-US"/>
        </a:p>
      </dgm:t>
    </dgm:pt>
    <dgm:pt modelId="{F623BE55-11D4-4C34-AE94-A439381076E1}" type="sibTrans" cxnId="{13F09FF3-A365-4625-874C-F2EC999421FB}">
      <dgm:prSet/>
      <dgm:spPr/>
      <dgm:t>
        <a:bodyPr/>
        <a:lstStyle/>
        <a:p>
          <a:endParaRPr lang="en-US"/>
        </a:p>
      </dgm:t>
    </dgm:pt>
    <dgm:pt modelId="{0C86E2CB-8EFA-480C-AA94-91F1C7AF6035}">
      <dgm:prSet phldrT="[Text]" phldr="0"/>
      <dgm:spPr/>
      <dgm:t>
        <a:bodyPr/>
        <a:lstStyle/>
        <a:p>
          <a:r>
            <a:rPr lang="en-US" dirty="0"/>
            <a:t>Migration of existing customers and loans, with simulations</a:t>
          </a:r>
        </a:p>
      </dgm:t>
    </dgm:pt>
    <dgm:pt modelId="{4474BAA5-8EF4-4883-BB0A-95E3231AA2D3}" type="parTrans" cxnId="{DF298C1B-D11F-4069-8785-3FAFD62B2251}">
      <dgm:prSet/>
      <dgm:spPr/>
      <dgm:t>
        <a:bodyPr/>
        <a:lstStyle/>
        <a:p>
          <a:endParaRPr lang="en-US"/>
        </a:p>
      </dgm:t>
    </dgm:pt>
    <dgm:pt modelId="{AFBDF777-669D-4BB9-B961-B411AF73C8CF}" type="sibTrans" cxnId="{DF298C1B-D11F-4069-8785-3FAFD62B2251}">
      <dgm:prSet/>
      <dgm:spPr/>
      <dgm:t>
        <a:bodyPr/>
        <a:lstStyle/>
        <a:p>
          <a:endParaRPr lang="en-US"/>
        </a:p>
      </dgm:t>
    </dgm:pt>
    <dgm:pt modelId="{896127E8-CC27-4A59-84FE-08078E8A015C}">
      <dgm:prSet phldrT="[Text]" phldr="0"/>
      <dgm:spPr/>
      <dgm:t>
        <a:bodyPr/>
        <a:lstStyle/>
        <a:p>
          <a:r>
            <a:rPr lang="en-US" dirty="0"/>
            <a:t>Deployment packages, documentation, training, knowledge transfer</a:t>
          </a:r>
        </a:p>
      </dgm:t>
    </dgm:pt>
    <dgm:pt modelId="{DF4C9102-E030-4EBC-9074-04997D1634C1}" type="parTrans" cxnId="{E9AD562A-7122-4B00-8C86-C9AE75E7F5D1}">
      <dgm:prSet/>
      <dgm:spPr/>
      <dgm:t>
        <a:bodyPr/>
        <a:lstStyle/>
        <a:p>
          <a:endParaRPr lang="en-US"/>
        </a:p>
      </dgm:t>
    </dgm:pt>
    <dgm:pt modelId="{5F1C0962-2E58-46DF-9592-8B9BE3202932}" type="sibTrans" cxnId="{E9AD562A-7122-4B00-8C86-C9AE75E7F5D1}">
      <dgm:prSet/>
      <dgm:spPr/>
      <dgm:t>
        <a:bodyPr/>
        <a:lstStyle/>
        <a:p>
          <a:endParaRPr lang="en-US"/>
        </a:p>
      </dgm:t>
    </dgm:pt>
    <dgm:pt modelId="{854E3119-48FC-4A3A-AD93-7369A8645200}">
      <dgm:prSet phldrT="[Text]" phldr="0"/>
      <dgm:spPr/>
      <dgm:t>
        <a:bodyPr/>
        <a:lstStyle/>
        <a:p>
          <a:r>
            <a:rPr lang="en-US" dirty="0"/>
            <a:t>Hypercare, warranty, 24x7 support, monthly security releases</a:t>
          </a:r>
        </a:p>
      </dgm:t>
    </dgm:pt>
    <dgm:pt modelId="{53645183-8B69-4E78-99C1-FFFA339A6D4F}" type="parTrans" cxnId="{B40E4E53-533B-4141-BF63-26A2CF580110}">
      <dgm:prSet/>
      <dgm:spPr/>
      <dgm:t>
        <a:bodyPr/>
        <a:lstStyle/>
        <a:p>
          <a:endParaRPr lang="en-US"/>
        </a:p>
      </dgm:t>
    </dgm:pt>
    <dgm:pt modelId="{54C999E1-6628-4B63-B60D-4E89C67002FF}" type="sibTrans" cxnId="{B40E4E53-533B-4141-BF63-26A2CF580110}">
      <dgm:prSet/>
      <dgm:spPr/>
      <dgm:t>
        <a:bodyPr/>
        <a:lstStyle/>
        <a:p>
          <a:endParaRPr lang="en-US"/>
        </a:p>
      </dgm:t>
    </dgm:pt>
    <dgm:pt modelId="{B3CF817F-47A2-43D8-BFE4-405F56F42997}">
      <dgm:prSet phldrT="[Text]" phldr="0"/>
      <dgm:spPr/>
      <dgm:t>
        <a:bodyPr/>
        <a:lstStyle/>
        <a:p>
          <a:r>
            <a:rPr lang="en-US" dirty="0"/>
            <a:t>Eligibility Engine, Credit Assessment and Origination Logic</a:t>
          </a:r>
        </a:p>
      </dgm:t>
    </dgm:pt>
    <dgm:pt modelId="{EF893F2B-CAAB-4040-82C4-B1A513F0E8AF}" type="parTrans" cxnId="{0EA79F77-D873-4FD5-91E1-1FE5C8E0F69F}">
      <dgm:prSet/>
      <dgm:spPr/>
      <dgm:t>
        <a:bodyPr/>
        <a:lstStyle/>
        <a:p>
          <a:endParaRPr lang="en-US"/>
        </a:p>
      </dgm:t>
    </dgm:pt>
    <dgm:pt modelId="{5F4FE242-F7FB-4069-847A-11DCC555D4CD}" type="sibTrans" cxnId="{0EA79F77-D873-4FD5-91E1-1FE5C8E0F69F}">
      <dgm:prSet/>
      <dgm:spPr/>
      <dgm:t>
        <a:bodyPr/>
        <a:lstStyle/>
        <a:p>
          <a:endParaRPr lang="en-US"/>
        </a:p>
      </dgm:t>
    </dgm:pt>
    <dgm:pt modelId="{AF0F28E7-41AA-4B3F-A103-74978834EBAB}">
      <dgm:prSet phldrT="[Text]" phldr="0"/>
      <dgm:spPr/>
      <dgm:t>
        <a:bodyPr/>
        <a:lstStyle/>
        <a:p>
          <a:r>
            <a:rPr lang="en-US" dirty="0"/>
            <a:t>UAT and Production Deployments</a:t>
          </a:r>
        </a:p>
      </dgm:t>
    </dgm:pt>
    <dgm:pt modelId="{4B2DA5ED-89DA-4F24-9771-A4BD21A29389}" type="parTrans" cxnId="{21D987CC-E4C5-429A-8CA8-2C8F1876A9A7}">
      <dgm:prSet/>
      <dgm:spPr/>
      <dgm:t>
        <a:bodyPr/>
        <a:lstStyle/>
        <a:p>
          <a:endParaRPr lang="en-US"/>
        </a:p>
      </dgm:t>
    </dgm:pt>
    <dgm:pt modelId="{729697C8-DBFA-48C0-9DA2-3860FAF4EB7F}" type="sibTrans" cxnId="{21D987CC-E4C5-429A-8CA8-2C8F1876A9A7}">
      <dgm:prSet/>
      <dgm:spPr/>
      <dgm:t>
        <a:bodyPr/>
        <a:lstStyle/>
        <a:p>
          <a:endParaRPr lang="en-US"/>
        </a:p>
      </dgm:t>
    </dgm:pt>
    <dgm:pt modelId="{004E8C4D-AD9F-40ED-A925-9066A8D8E5A0}">
      <dgm:prSet phldrT="[Text]" phldr="0"/>
      <dgm:spPr/>
      <dgm:t>
        <a:bodyPr/>
        <a:lstStyle/>
        <a:p>
          <a:r>
            <a:rPr lang="en-US"/>
            <a:t>Logs containing customer PII</a:t>
          </a:r>
          <a:endParaRPr lang="en-US" dirty="0"/>
        </a:p>
      </dgm:t>
    </dgm:pt>
    <dgm:pt modelId="{C0AC88A8-CC6D-430B-B568-C79C14F11584}" type="parTrans" cxnId="{072B7BD4-173C-4BD7-BDB9-D738ACA32332}">
      <dgm:prSet/>
      <dgm:spPr/>
      <dgm:t>
        <a:bodyPr/>
        <a:lstStyle/>
        <a:p>
          <a:endParaRPr lang="en-US"/>
        </a:p>
      </dgm:t>
    </dgm:pt>
    <dgm:pt modelId="{D1EC3DFC-57A9-4B30-BFA4-C77459F9048B}" type="sibTrans" cxnId="{072B7BD4-173C-4BD7-BDB9-D738ACA32332}">
      <dgm:prSet/>
      <dgm:spPr/>
      <dgm:t>
        <a:bodyPr/>
        <a:lstStyle/>
        <a:p>
          <a:endParaRPr lang="en-US"/>
        </a:p>
      </dgm:t>
    </dgm:pt>
    <dgm:pt modelId="{73921D7F-740F-4BC9-8791-B7595F077A67}" type="pres">
      <dgm:prSet presAssocID="{627ECE04-93A3-4BAA-99E5-82828B6B5577}" presName="Name0" presStyleCnt="0">
        <dgm:presLayoutVars>
          <dgm:dir/>
          <dgm:animLvl val="lvl"/>
          <dgm:resizeHandles val="exact"/>
        </dgm:presLayoutVars>
      </dgm:prSet>
      <dgm:spPr/>
    </dgm:pt>
    <dgm:pt modelId="{1B86DD71-1D6E-4331-BC06-5FBEFB9B34B7}" type="pres">
      <dgm:prSet presAssocID="{53DE4E29-5D86-4227-898C-A4B68850261F}" presName="composite" presStyleCnt="0"/>
      <dgm:spPr/>
    </dgm:pt>
    <dgm:pt modelId="{CC546733-2BC4-41D2-8236-0A3455F1C20D}" type="pres">
      <dgm:prSet presAssocID="{53DE4E29-5D86-4227-898C-A4B68850261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AA813305-BEA0-4C23-B7D0-5F065A02E660}" type="pres">
      <dgm:prSet presAssocID="{53DE4E29-5D86-4227-898C-A4B68850261F}" presName="desTx" presStyleLbl="alignAccFollowNode1" presStyleIdx="0" presStyleCnt="2">
        <dgm:presLayoutVars>
          <dgm:bulletEnabled val="1"/>
        </dgm:presLayoutVars>
      </dgm:prSet>
      <dgm:spPr/>
    </dgm:pt>
    <dgm:pt modelId="{F1A63D85-7640-4265-8AA7-0D02C8955322}" type="pres">
      <dgm:prSet presAssocID="{7E96BF94-7E65-4E6B-A57D-105340D718D9}" presName="space" presStyleCnt="0"/>
      <dgm:spPr/>
    </dgm:pt>
    <dgm:pt modelId="{49481232-0F92-4EB2-B2AA-D32C83DA43FC}" type="pres">
      <dgm:prSet presAssocID="{92A0207D-434E-4824-BF13-C9B5767C6AA0}" presName="composite" presStyleCnt="0"/>
      <dgm:spPr/>
    </dgm:pt>
    <dgm:pt modelId="{46D2E94A-390F-4638-9F58-F8997CEC19B6}" type="pres">
      <dgm:prSet presAssocID="{92A0207D-434E-4824-BF13-C9B5767C6AA0}" presName="parTx" presStyleLbl="alignNode1" presStyleIdx="1" presStyleCnt="2" custScaleX="71736">
        <dgm:presLayoutVars>
          <dgm:chMax val="0"/>
          <dgm:chPref val="0"/>
          <dgm:bulletEnabled val="1"/>
        </dgm:presLayoutVars>
      </dgm:prSet>
      <dgm:spPr/>
    </dgm:pt>
    <dgm:pt modelId="{84922FD9-0046-46A5-80E3-A781B36B34A6}" type="pres">
      <dgm:prSet presAssocID="{92A0207D-434E-4824-BF13-C9B5767C6AA0}" presName="desTx" presStyleLbl="alignAccFollowNode1" presStyleIdx="1" presStyleCnt="2" custScaleX="72226">
        <dgm:presLayoutVars>
          <dgm:bulletEnabled val="1"/>
        </dgm:presLayoutVars>
      </dgm:prSet>
      <dgm:spPr/>
    </dgm:pt>
  </dgm:ptLst>
  <dgm:cxnLst>
    <dgm:cxn modelId="{1FC59314-B8F6-47F7-A385-A864615B334D}" srcId="{53DE4E29-5D86-4227-898C-A4B68850261F}" destId="{85C314BE-AB47-4D0E-9726-A6B7E98D8651}" srcOrd="1" destOrd="0" parTransId="{E1D044AF-B2D6-46AE-96DC-659B5F2C2AB7}" sibTransId="{0D3451CA-047B-4E5E-8CDF-661AE690A249}"/>
    <dgm:cxn modelId="{DF298C1B-D11F-4069-8785-3FAFD62B2251}" srcId="{53DE4E29-5D86-4227-898C-A4B68850261F}" destId="{0C86E2CB-8EFA-480C-AA94-91F1C7AF6035}" srcOrd="3" destOrd="0" parTransId="{4474BAA5-8EF4-4883-BB0A-95E3231AA2D3}" sibTransId="{AFBDF777-669D-4BB9-B961-B411AF73C8CF}"/>
    <dgm:cxn modelId="{3F14AC24-40AB-40BB-80EA-E5BAC6F094C6}" type="presOf" srcId="{0C86E2CB-8EFA-480C-AA94-91F1C7AF6035}" destId="{AA813305-BEA0-4C23-B7D0-5F065A02E660}" srcOrd="0" destOrd="3" presId="urn:microsoft.com/office/officeart/2005/8/layout/hList1"/>
    <dgm:cxn modelId="{E9AD562A-7122-4B00-8C86-C9AE75E7F5D1}" srcId="{53DE4E29-5D86-4227-898C-A4B68850261F}" destId="{896127E8-CC27-4A59-84FE-08078E8A015C}" srcOrd="4" destOrd="0" parTransId="{DF4C9102-E030-4EBC-9074-04997D1634C1}" sibTransId="{5F1C0962-2E58-46DF-9592-8B9BE3202932}"/>
    <dgm:cxn modelId="{19E5323F-3AA1-4CE4-9F65-36D59BCE26D5}" type="presOf" srcId="{004E8C4D-AD9F-40ED-A925-9066A8D8E5A0}" destId="{84922FD9-0046-46A5-80E3-A781B36B34A6}" srcOrd="0" destOrd="3" presId="urn:microsoft.com/office/officeart/2005/8/layout/hList1"/>
    <dgm:cxn modelId="{9A208F70-06CC-44B2-82A0-CAD98B423B65}" srcId="{627ECE04-93A3-4BAA-99E5-82828B6B5577}" destId="{53DE4E29-5D86-4227-898C-A4B68850261F}" srcOrd="0" destOrd="0" parTransId="{B1021461-55E4-4CF5-AB75-E9D025465E73}" sibTransId="{7E96BF94-7E65-4E6B-A57D-105340D718D9}"/>
    <dgm:cxn modelId="{B40E4E53-533B-4141-BF63-26A2CF580110}" srcId="{53DE4E29-5D86-4227-898C-A4B68850261F}" destId="{854E3119-48FC-4A3A-AD93-7369A8645200}" srcOrd="5" destOrd="0" parTransId="{53645183-8B69-4E78-99C1-FFFA339A6D4F}" sibTransId="{54C999E1-6628-4B63-B60D-4E89C67002FF}"/>
    <dgm:cxn modelId="{20EEB854-0A0D-4236-865E-233822DC5C35}" type="presOf" srcId="{607E2984-3C84-4572-B489-B0E886EA61CC}" destId="{AA813305-BEA0-4C23-B7D0-5F065A02E660}" srcOrd="0" destOrd="0" presId="urn:microsoft.com/office/officeart/2005/8/layout/hList1"/>
    <dgm:cxn modelId="{0B79B176-8C84-4BF3-8B06-B61C443A907D}" type="presOf" srcId="{0BA3429C-08DB-43EA-92DC-FC91F8A3C567}" destId="{84922FD9-0046-46A5-80E3-A781B36B34A6}" srcOrd="0" destOrd="0" presId="urn:microsoft.com/office/officeart/2005/8/layout/hList1"/>
    <dgm:cxn modelId="{0EA79F77-D873-4FD5-91E1-1FE5C8E0F69F}" srcId="{92A0207D-434E-4824-BF13-C9B5767C6AA0}" destId="{B3CF817F-47A2-43D8-BFE4-405F56F42997}" srcOrd="1" destOrd="0" parTransId="{EF893F2B-CAAB-4040-82C4-B1A513F0E8AF}" sibTransId="{5F4FE242-F7FB-4069-847A-11DCC555D4CD}"/>
    <dgm:cxn modelId="{6AC72678-BFB1-453D-BD6F-3AA4076C2734}" srcId="{53DE4E29-5D86-4227-898C-A4B68850261F}" destId="{607E2984-3C84-4572-B489-B0E886EA61CC}" srcOrd="0" destOrd="0" parTransId="{E6D6534F-BE7B-484E-9562-59F13BCF8E91}" sibTransId="{05E7141C-ED82-49F8-B180-4047315C14AC}"/>
    <dgm:cxn modelId="{AA0C9858-B4BB-43BE-9876-775019603A79}" type="presOf" srcId="{896127E8-CC27-4A59-84FE-08078E8A015C}" destId="{AA813305-BEA0-4C23-B7D0-5F065A02E660}" srcOrd="0" destOrd="4" presId="urn:microsoft.com/office/officeart/2005/8/layout/hList1"/>
    <dgm:cxn modelId="{74FD1183-D71C-45E1-B37E-B4B952EF71D3}" type="presOf" srcId="{AF0F28E7-41AA-4B3F-A103-74978834EBAB}" destId="{84922FD9-0046-46A5-80E3-A781B36B34A6}" srcOrd="0" destOrd="2" presId="urn:microsoft.com/office/officeart/2005/8/layout/hList1"/>
    <dgm:cxn modelId="{22085388-41E8-4000-9393-AB2BAB62277D}" type="presOf" srcId="{627ECE04-93A3-4BAA-99E5-82828B6B5577}" destId="{73921D7F-740F-4BC9-8791-B7595F077A67}" srcOrd="0" destOrd="0" presId="urn:microsoft.com/office/officeart/2005/8/layout/hList1"/>
    <dgm:cxn modelId="{5BB73294-B3C7-43D2-B220-329AE3516001}" type="presOf" srcId="{7A19BEF2-F8FD-46B2-A83F-CD7ABB85362B}" destId="{AA813305-BEA0-4C23-B7D0-5F065A02E660}" srcOrd="0" destOrd="2" presId="urn:microsoft.com/office/officeart/2005/8/layout/hList1"/>
    <dgm:cxn modelId="{1C580E9F-256F-4E08-9F23-71C6E206AFD7}" type="presOf" srcId="{92A0207D-434E-4824-BF13-C9B5767C6AA0}" destId="{46D2E94A-390F-4638-9F58-F8997CEC19B6}" srcOrd="0" destOrd="0" presId="urn:microsoft.com/office/officeart/2005/8/layout/hList1"/>
    <dgm:cxn modelId="{A109DA9F-1D0C-4657-B227-5299FAAEF424}" type="presOf" srcId="{53DE4E29-5D86-4227-898C-A4B68850261F}" destId="{CC546733-2BC4-41D2-8236-0A3455F1C20D}" srcOrd="0" destOrd="0" presId="urn:microsoft.com/office/officeart/2005/8/layout/hList1"/>
    <dgm:cxn modelId="{36ED26A0-486A-4923-BDA4-0170740480DF}" type="presOf" srcId="{B3CF817F-47A2-43D8-BFE4-405F56F42997}" destId="{84922FD9-0046-46A5-80E3-A781B36B34A6}" srcOrd="0" destOrd="1" presId="urn:microsoft.com/office/officeart/2005/8/layout/hList1"/>
    <dgm:cxn modelId="{5976B2A4-B95F-419D-AF23-B52871AA60B1}" srcId="{92A0207D-434E-4824-BF13-C9B5767C6AA0}" destId="{0BA3429C-08DB-43EA-92DC-FC91F8A3C567}" srcOrd="0" destOrd="0" parTransId="{5A5EFC4E-A4FA-4CE4-8A14-49B16179285A}" sibTransId="{9D82C710-30A6-4C6F-9DA4-B3388A52A665}"/>
    <dgm:cxn modelId="{17855EC9-1B0E-4067-A215-120C1439B221}" srcId="{627ECE04-93A3-4BAA-99E5-82828B6B5577}" destId="{92A0207D-434E-4824-BF13-C9B5767C6AA0}" srcOrd="1" destOrd="0" parTransId="{1332201E-BA5E-4EE6-9598-69B9673271BE}" sibTransId="{31BDC223-35A8-4307-B812-4872EB00341D}"/>
    <dgm:cxn modelId="{21D987CC-E4C5-429A-8CA8-2C8F1876A9A7}" srcId="{92A0207D-434E-4824-BF13-C9B5767C6AA0}" destId="{AF0F28E7-41AA-4B3F-A103-74978834EBAB}" srcOrd="2" destOrd="0" parTransId="{4B2DA5ED-89DA-4F24-9771-A4BD21A29389}" sibTransId="{729697C8-DBFA-48C0-9DA2-3860FAF4EB7F}"/>
    <dgm:cxn modelId="{072B7BD4-173C-4BD7-BDB9-D738ACA32332}" srcId="{92A0207D-434E-4824-BF13-C9B5767C6AA0}" destId="{004E8C4D-AD9F-40ED-A925-9066A8D8E5A0}" srcOrd="3" destOrd="0" parTransId="{C0AC88A8-CC6D-430B-B568-C79C14F11584}" sibTransId="{D1EC3DFC-57A9-4B30-BFA4-C77459F9048B}"/>
    <dgm:cxn modelId="{B2517FD4-84FA-4661-BD0B-465A9E50F287}" type="presOf" srcId="{854E3119-48FC-4A3A-AD93-7369A8645200}" destId="{AA813305-BEA0-4C23-B7D0-5F065A02E660}" srcOrd="0" destOrd="5" presId="urn:microsoft.com/office/officeart/2005/8/layout/hList1"/>
    <dgm:cxn modelId="{DBB322E6-A3E9-4215-A1DA-0910F78B7FB1}" type="presOf" srcId="{85C314BE-AB47-4D0E-9726-A6B7E98D8651}" destId="{AA813305-BEA0-4C23-B7D0-5F065A02E660}" srcOrd="0" destOrd="1" presId="urn:microsoft.com/office/officeart/2005/8/layout/hList1"/>
    <dgm:cxn modelId="{13F09FF3-A365-4625-874C-F2EC999421FB}" srcId="{53DE4E29-5D86-4227-898C-A4B68850261F}" destId="{7A19BEF2-F8FD-46B2-A83F-CD7ABB85362B}" srcOrd="2" destOrd="0" parTransId="{C9E972BF-AEE9-4CF4-B3FB-9B6EB04A9072}" sibTransId="{F623BE55-11D4-4C34-AE94-A439381076E1}"/>
    <dgm:cxn modelId="{87EA1C5E-DEA4-459D-9C77-D5D944766FA4}" type="presParOf" srcId="{73921D7F-740F-4BC9-8791-B7595F077A67}" destId="{1B86DD71-1D6E-4331-BC06-5FBEFB9B34B7}" srcOrd="0" destOrd="0" presId="urn:microsoft.com/office/officeart/2005/8/layout/hList1"/>
    <dgm:cxn modelId="{DD202C00-CE24-4AFA-8A20-1244B7F4D21B}" type="presParOf" srcId="{1B86DD71-1D6E-4331-BC06-5FBEFB9B34B7}" destId="{CC546733-2BC4-41D2-8236-0A3455F1C20D}" srcOrd="0" destOrd="0" presId="urn:microsoft.com/office/officeart/2005/8/layout/hList1"/>
    <dgm:cxn modelId="{2A1B0D37-1B1C-4414-9554-DCB9D1221772}" type="presParOf" srcId="{1B86DD71-1D6E-4331-BC06-5FBEFB9B34B7}" destId="{AA813305-BEA0-4C23-B7D0-5F065A02E660}" srcOrd="1" destOrd="0" presId="urn:microsoft.com/office/officeart/2005/8/layout/hList1"/>
    <dgm:cxn modelId="{F96263B5-0EBE-414B-A84F-1D7287D24251}" type="presParOf" srcId="{73921D7F-740F-4BC9-8791-B7595F077A67}" destId="{F1A63D85-7640-4265-8AA7-0D02C8955322}" srcOrd="1" destOrd="0" presId="urn:microsoft.com/office/officeart/2005/8/layout/hList1"/>
    <dgm:cxn modelId="{1831FEFB-FF89-4917-999B-822DC2BF1470}" type="presParOf" srcId="{73921D7F-740F-4BC9-8791-B7595F077A67}" destId="{49481232-0F92-4EB2-B2AA-D32C83DA43FC}" srcOrd="2" destOrd="0" presId="urn:microsoft.com/office/officeart/2005/8/layout/hList1"/>
    <dgm:cxn modelId="{E0C38FF5-6974-45B3-A765-798749C8D7B4}" type="presParOf" srcId="{49481232-0F92-4EB2-B2AA-D32C83DA43FC}" destId="{46D2E94A-390F-4638-9F58-F8997CEC19B6}" srcOrd="0" destOrd="0" presId="urn:microsoft.com/office/officeart/2005/8/layout/hList1"/>
    <dgm:cxn modelId="{AEF359D5-F548-4BD6-9235-0BD49E77E439}" type="presParOf" srcId="{49481232-0F92-4EB2-B2AA-D32C83DA43FC}" destId="{84922FD9-0046-46A5-80E3-A781B36B34A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09F45C-DA48-4BDE-8A63-A33D36D32559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7DCF2B9-1A8E-44CB-BF5D-84636AA232E8}">
      <dgm:prSet phldrT="[Text]" phldr="0" custT="1"/>
      <dgm:spPr/>
      <dgm:t>
        <a:bodyPr/>
        <a:lstStyle/>
        <a:p>
          <a:r>
            <a:rPr lang="en-US" sz="2000" b="1" dirty="0"/>
            <a:t>Product Configuration</a:t>
          </a:r>
          <a:br>
            <a:rPr lang="en-US" sz="1500" dirty="0"/>
          </a:br>
          <a:r>
            <a:rPr lang="en-US" sz="1400" dirty="0"/>
            <a:t>Any Sharia-compliant product, any schedule template, configured without code</a:t>
          </a:r>
          <a:endParaRPr lang="en-US" sz="1500" dirty="0"/>
        </a:p>
      </dgm:t>
    </dgm:pt>
    <dgm:pt modelId="{58094E63-69C5-4E8E-8F9F-8CB6F67B7C55}" type="parTrans" cxnId="{1EE28927-10F8-444D-AA22-8D2E7A49AFF9}">
      <dgm:prSet/>
      <dgm:spPr/>
      <dgm:t>
        <a:bodyPr/>
        <a:lstStyle/>
        <a:p>
          <a:endParaRPr lang="en-US"/>
        </a:p>
      </dgm:t>
    </dgm:pt>
    <dgm:pt modelId="{CB0D0812-C4B6-4951-BEC6-E4B0E520B06B}" type="sibTrans" cxnId="{1EE28927-10F8-444D-AA22-8D2E7A49AFF9}">
      <dgm:prSet/>
      <dgm:spPr/>
      <dgm:t>
        <a:bodyPr/>
        <a:lstStyle/>
        <a:p>
          <a:endParaRPr lang="en-US"/>
        </a:p>
      </dgm:t>
    </dgm:pt>
    <dgm:pt modelId="{577A0F44-9D69-4E51-8EF1-0FF9C3B67A0B}">
      <dgm:prSet phldrT="[Text]" phldr="0" custT="1"/>
      <dgm:spPr/>
      <dgm:t>
        <a:bodyPr/>
        <a:lstStyle/>
        <a:p>
          <a:r>
            <a:rPr lang="en-US" sz="2000" b="1" dirty="0"/>
            <a:t>Murabaha &amp; Ledger</a:t>
          </a:r>
          <a:br>
            <a:rPr lang="en-US" sz="1500" dirty="0"/>
          </a:br>
          <a:r>
            <a:rPr lang="en-US" sz="1400" dirty="0"/>
            <a:t>Contract model, profit rules, sub-ledger, IFRS 9 / AAOFI, daily reconciliation</a:t>
          </a:r>
          <a:endParaRPr lang="en-US" sz="1500" dirty="0"/>
        </a:p>
      </dgm:t>
    </dgm:pt>
    <dgm:pt modelId="{7562106E-99DC-4782-A7C7-20442AB27D88}" type="parTrans" cxnId="{E84C91E5-5C9D-4711-B43F-17B00D56DDEE}">
      <dgm:prSet/>
      <dgm:spPr/>
      <dgm:t>
        <a:bodyPr/>
        <a:lstStyle/>
        <a:p>
          <a:endParaRPr lang="en-US"/>
        </a:p>
      </dgm:t>
    </dgm:pt>
    <dgm:pt modelId="{78BFA534-E8D3-48A1-9975-0F4AF0870056}" type="sibTrans" cxnId="{E84C91E5-5C9D-4711-B43F-17B00D56DDEE}">
      <dgm:prSet/>
      <dgm:spPr/>
      <dgm:t>
        <a:bodyPr/>
        <a:lstStyle/>
        <a:p>
          <a:endParaRPr lang="en-US"/>
        </a:p>
      </dgm:t>
    </dgm:pt>
    <dgm:pt modelId="{BA80F630-54FB-46B7-B372-811390524178}">
      <dgm:prSet phldrT="[Text]" phldr="0" custT="1"/>
      <dgm:spPr/>
      <dgm:t>
        <a:bodyPr/>
        <a:lstStyle/>
        <a:p>
          <a:r>
            <a:rPr lang="en-US" sz="2000" b="1" dirty="0"/>
            <a:t>Loan Lifecycle</a:t>
          </a:r>
          <a:br>
            <a:rPr lang="en-US" sz="1500" dirty="0"/>
          </a:br>
          <a:r>
            <a:rPr lang="en-US" sz="1400" dirty="0"/>
            <a:t>Apply, disburse, repay, settle, partial pay, top up, multi-finance, defer</a:t>
          </a:r>
          <a:endParaRPr lang="en-US" sz="1500" dirty="0"/>
        </a:p>
      </dgm:t>
    </dgm:pt>
    <dgm:pt modelId="{C1C1927E-92D7-433D-9BE7-58FCC192888C}" type="parTrans" cxnId="{707FB5B3-05B9-448B-B287-8FD8765DBA13}">
      <dgm:prSet/>
      <dgm:spPr/>
      <dgm:t>
        <a:bodyPr/>
        <a:lstStyle/>
        <a:p>
          <a:endParaRPr lang="en-US"/>
        </a:p>
      </dgm:t>
    </dgm:pt>
    <dgm:pt modelId="{438E2E86-AD4A-45D8-849F-7F089D375C51}" type="sibTrans" cxnId="{707FB5B3-05B9-448B-B287-8FD8765DBA13}">
      <dgm:prSet/>
      <dgm:spPr/>
      <dgm:t>
        <a:bodyPr/>
        <a:lstStyle/>
        <a:p>
          <a:endParaRPr lang="en-US"/>
        </a:p>
      </dgm:t>
    </dgm:pt>
    <dgm:pt modelId="{ADFA7280-C152-485E-B3CF-22D60713259A}">
      <dgm:prSet phldrT="[Text]" phldr="0" custT="1"/>
      <dgm:spPr/>
      <dgm:t>
        <a:bodyPr/>
        <a:lstStyle/>
        <a:p>
          <a:r>
            <a:rPr lang="en-US" sz="2000" b="1" dirty="0"/>
            <a:t>Back-office Console</a:t>
          </a:r>
          <a:br>
            <a:rPr lang="en-US" sz="1500" dirty="0"/>
          </a:br>
          <a:r>
            <a:rPr lang="en-US" sz="1400" dirty="0"/>
            <a:t>RBAC, SSO/MFA, maker-checker, immutable Audit Trail</a:t>
          </a:r>
          <a:endParaRPr lang="en-US" sz="1500" dirty="0"/>
        </a:p>
      </dgm:t>
    </dgm:pt>
    <dgm:pt modelId="{DE45E628-86B5-46F6-9BFB-15C480E6489F}" type="parTrans" cxnId="{B3B08960-9E43-4473-B177-5A748DB18838}">
      <dgm:prSet/>
      <dgm:spPr/>
      <dgm:t>
        <a:bodyPr/>
        <a:lstStyle/>
        <a:p>
          <a:endParaRPr lang="en-US"/>
        </a:p>
      </dgm:t>
    </dgm:pt>
    <dgm:pt modelId="{F9651A2C-08A8-4F05-A547-226512863EF7}" type="sibTrans" cxnId="{B3B08960-9E43-4473-B177-5A748DB18838}">
      <dgm:prSet/>
      <dgm:spPr/>
      <dgm:t>
        <a:bodyPr/>
        <a:lstStyle/>
        <a:p>
          <a:endParaRPr lang="en-US"/>
        </a:p>
      </dgm:t>
    </dgm:pt>
    <dgm:pt modelId="{C266645C-05BE-479B-A3E8-504707C0450B}">
      <dgm:prSet phldrT="[Text]" phldr="0" custT="1"/>
      <dgm:spPr/>
      <dgm:t>
        <a:bodyPr/>
        <a:lstStyle/>
        <a:p>
          <a:r>
            <a:rPr lang="en-US" sz="2000" b="1" dirty="0"/>
            <a:t>Reporting &amp; Data</a:t>
          </a:r>
          <a:br>
            <a:rPr lang="en-US" sz="1500" dirty="0"/>
          </a:br>
          <a:r>
            <a:rPr lang="en-US" sz="1400" dirty="0"/>
            <a:t>Zero-impact data feed for Analytics, CBB extracts, monitored batch jobs</a:t>
          </a:r>
          <a:endParaRPr lang="en-US" sz="1500" dirty="0"/>
        </a:p>
      </dgm:t>
    </dgm:pt>
    <dgm:pt modelId="{3D2B6042-06AE-4679-90B2-1A8595819D3E}" type="parTrans" cxnId="{4B054299-9061-4A77-A4F3-8A2C439AD831}">
      <dgm:prSet/>
      <dgm:spPr/>
      <dgm:t>
        <a:bodyPr/>
        <a:lstStyle/>
        <a:p>
          <a:endParaRPr lang="en-US"/>
        </a:p>
      </dgm:t>
    </dgm:pt>
    <dgm:pt modelId="{352F0AA5-D7DF-42F5-89D8-FED428C97115}" type="sibTrans" cxnId="{4B054299-9061-4A77-A4F3-8A2C439AD831}">
      <dgm:prSet/>
      <dgm:spPr/>
      <dgm:t>
        <a:bodyPr/>
        <a:lstStyle/>
        <a:p>
          <a:endParaRPr lang="en-US"/>
        </a:p>
      </dgm:t>
    </dgm:pt>
    <dgm:pt modelId="{43A587AF-F8B5-4033-A52F-B65E7CF89424}">
      <dgm:prSet phldrT="[Text]" phldr="0" custT="1"/>
      <dgm:spPr/>
      <dgm:t>
        <a:bodyPr/>
        <a:lstStyle/>
        <a:p>
          <a:r>
            <a:rPr lang="en-US" sz="2000" b="1" dirty="0"/>
            <a:t>Collections &amp; Defaults</a:t>
          </a:r>
          <a:br>
            <a:rPr lang="en-US" sz="1500" dirty="0"/>
          </a:br>
          <a:r>
            <a:rPr lang="en-US" sz="1400" dirty="0"/>
            <a:t>Stage delinquency, rules per product, automated multi-channel notices</a:t>
          </a:r>
          <a:endParaRPr lang="en-US" sz="1500" dirty="0"/>
        </a:p>
      </dgm:t>
    </dgm:pt>
    <dgm:pt modelId="{D90C4231-E05D-4A91-A5B4-4C89D4C7861D}" type="parTrans" cxnId="{12A01AEC-BB3F-40E5-8B01-4CD50960BCD1}">
      <dgm:prSet/>
      <dgm:spPr/>
      <dgm:t>
        <a:bodyPr/>
        <a:lstStyle/>
        <a:p>
          <a:endParaRPr lang="en-US"/>
        </a:p>
      </dgm:t>
    </dgm:pt>
    <dgm:pt modelId="{199ADF1C-41ED-497B-849A-5FB85DE917C6}" type="sibTrans" cxnId="{12A01AEC-BB3F-40E5-8B01-4CD50960BCD1}">
      <dgm:prSet/>
      <dgm:spPr/>
      <dgm:t>
        <a:bodyPr/>
        <a:lstStyle/>
        <a:p>
          <a:endParaRPr lang="en-US"/>
        </a:p>
      </dgm:t>
    </dgm:pt>
    <dgm:pt modelId="{228F13B3-2CB7-4F3B-B7B9-5559735E7853}">
      <dgm:prSet phldrT="[Text]" phldr="0" custT="1"/>
      <dgm:spPr/>
      <dgm:t>
        <a:bodyPr/>
        <a:lstStyle/>
        <a:p>
          <a:r>
            <a:rPr lang="en-US" sz="2000" b="1" dirty="0"/>
            <a:t>Integrations</a:t>
          </a:r>
          <a:br>
            <a:rPr lang="en-US" sz="1500" dirty="0"/>
          </a:br>
          <a:r>
            <a:rPr lang="en-US" sz="1400" dirty="0"/>
            <a:t>App, Eligibility Engine, Commodity, Payments, Core Banking, Bureau, more</a:t>
          </a:r>
          <a:endParaRPr lang="en-US" sz="1500" dirty="0"/>
        </a:p>
      </dgm:t>
    </dgm:pt>
    <dgm:pt modelId="{8048B866-76D5-4067-A0FF-2FDA2239E3E3}" type="parTrans" cxnId="{BB880555-64B8-4741-8AC9-4169D7FF4563}">
      <dgm:prSet/>
      <dgm:spPr/>
      <dgm:t>
        <a:bodyPr/>
        <a:lstStyle/>
        <a:p>
          <a:endParaRPr lang="en-US"/>
        </a:p>
      </dgm:t>
    </dgm:pt>
    <dgm:pt modelId="{C3959E5C-28D9-4147-8F7E-2E2EB60AC629}" type="sibTrans" cxnId="{BB880555-64B8-4741-8AC9-4169D7FF4563}">
      <dgm:prSet/>
      <dgm:spPr/>
      <dgm:t>
        <a:bodyPr/>
        <a:lstStyle/>
        <a:p>
          <a:endParaRPr lang="en-US"/>
        </a:p>
      </dgm:t>
    </dgm:pt>
    <dgm:pt modelId="{105D9BC3-FC77-4F8C-A624-35FB59CAAFD9}">
      <dgm:prSet phldrT="[Text]" phldr="0" custT="1"/>
      <dgm:spPr/>
      <dgm:t>
        <a:bodyPr/>
        <a:lstStyle/>
        <a:p>
          <a:r>
            <a:rPr lang="en-US" sz="2000" b="1" dirty="0"/>
            <a:t>Resilience &amp; Security</a:t>
          </a:r>
          <a:br>
            <a:rPr lang="en-US" sz="2000" b="1" dirty="0"/>
          </a:br>
          <a:r>
            <a:rPr lang="en-US" sz="1400" dirty="0"/>
            <a:t>Availability, RTO/RPO, data residency, PII masking, secure SDLC</a:t>
          </a:r>
          <a:endParaRPr lang="en-US" sz="1500" dirty="0"/>
        </a:p>
      </dgm:t>
    </dgm:pt>
    <dgm:pt modelId="{7E99F339-77AE-46DC-BCD0-3D14CE0912D9}" type="parTrans" cxnId="{3D1330CE-E9C1-43C0-B38C-C15C987008F9}">
      <dgm:prSet/>
      <dgm:spPr/>
      <dgm:t>
        <a:bodyPr/>
        <a:lstStyle/>
        <a:p>
          <a:endParaRPr lang="en-US"/>
        </a:p>
      </dgm:t>
    </dgm:pt>
    <dgm:pt modelId="{EF3A85A2-7996-4729-8CAA-6378850E5E77}" type="sibTrans" cxnId="{3D1330CE-E9C1-43C0-B38C-C15C987008F9}">
      <dgm:prSet/>
      <dgm:spPr/>
      <dgm:t>
        <a:bodyPr/>
        <a:lstStyle/>
        <a:p>
          <a:endParaRPr lang="en-US"/>
        </a:p>
      </dgm:t>
    </dgm:pt>
    <dgm:pt modelId="{B18EFC82-479E-429D-8AB3-D44A27E806D3}">
      <dgm:prSet phldrT="[Text]" phldr="0" custT="1"/>
      <dgm:spPr/>
      <dgm:t>
        <a:bodyPr/>
        <a:lstStyle/>
        <a:p>
          <a:r>
            <a:rPr lang="en-US" sz="2000" b="1" dirty="0"/>
            <a:t>Architecture &amp; Deploy</a:t>
          </a:r>
          <a:br>
            <a:rPr lang="en-US" sz="1500" dirty="0"/>
          </a:br>
          <a:r>
            <a:rPr lang="en-US" sz="1400" dirty="0"/>
            <a:t>Containers, </a:t>
          </a:r>
          <a:r>
            <a:rPr lang="en-US" sz="1400" dirty="0" err="1"/>
            <a:t>IaC</a:t>
          </a:r>
          <a:r>
            <a:rPr lang="en-US" sz="1400" dirty="0"/>
            <a:t>, zero-downtime releases, tested rollback</a:t>
          </a:r>
          <a:endParaRPr lang="en-US" sz="1500" dirty="0"/>
        </a:p>
      </dgm:t>
    </dgm:pt>
    <dgm:pt modelId="{50E5C3FB-B515-4D5C-8FA3-F2BD2558DA1A}" type="parTrans" cxnId="{D6A64C53-81CB-4C72-8D3F-8D40F31CD8B4}">
      <dgm:prSet/>
      <dgm:spPr/>
      <dgm:t>
        <a:bodyPr/>
        <a:lstStyle/>
        <a:p>
          <a:endParaRPr lang="en-US"/>
        </a:p>
      </dgm:t>
    </dgm:pt>
    <dgm:pt modelId="{701D4523-1E72-44DA-8D95-526C8DF7A752}" type="sibTrans" cxnId="{D6A64C53-81CB-4C72-8D3F-8D40F31CD8B4}">
      <dgm:prSet/>
      <dgm:spPr/>
      <dgm:t>
        <a:bodyPr/>
        <a:lstStyle/>
        <a:p>
          <a:endParaRPr lang="en-US"/>
        </a:p>
      </dgm:t>
    </dgm:pt>
    <dgm:pt modelId="{891F63FF-5F79-4289-8F1B-DB3FC2C9FB7E}" type="pres">
      <dgm:prSet presAssocID="{3309F45C-DA48-4BDE-8A63-A33D36D32559}" presName="diagram" presStyleCnt="0">
        <dgm:presLayoutVars>
          <dgm:dir/>
          <dgm:resizeHandles val="exact"/>
        </dgm:presLayoutVars>
      </dgm:prSet>
      <dgm:spPr/>
    </dgm:pt>
    <dgm:pt modelId="{A82A9ABF-497A-46A7-B880-9182F66748F4}" type="pres">
      <dgm:prSet presAssocID="{E7DCF2B9-1A8E-44CB-BF5D-84636AA232E8}" presName="node" presStyleLbl="node1" presStyleIdx="0" presStyleCnt="9">
        <dgm:presLayoutVars>
          <dgm:bulletEnabled val="1"/>
        </dgm:presLayoutVars>
      </dgm:prSet>
      <dgm:spPr/>
    </dgm:pt>
    <dgm:pt modelId="{358322A6-48A7-48CD-B8A6-57DE5C814B8F}" type="pres">
      <dgm:prSet presAssocID="{CB0D0812-C4B6-4951-BEC6-E4B0E520B06B}" presName="sibTrans" presStyleCnt="0"/>
      <dgm:spPr/>
    </dgm:pt>
    <dgm:pt modelId="{FFE04B0E-42EE-419E-AA2E-F9D06068F54D}" type="pres">
      <dgm:prSet presAssocID="{577A0F44-9D69-4E51-8EF1-0FF9C3B67A0B}" presName="node" presStyleLbl="node1" presStyleIdx="1" presStyleCnt="9">
        <dgm:presLayoutVars>
          <dgm:bulletEnabled val="1"/>
        </dgm:presLayoutVars>
      </dgm:prSet>
      <dgm:spPr/>
    </dgm:pt>
    <dgm:pt modelId="{EFDCF244-A3D7-4818-9A11-40AAFC93CEE9}" type="pres">
      <dgm:prSet presAssocID="{78BFA534-E8D3-48A1-9975-0F4AF0870056}" presName="sibTrans" presStyleCnt="0"/>
      <dgm:spPr/>
    </dgm:pt>
    <dgm:pt modelId="{EC628EEC-5CAD-4D50-86DF-15104FFB530B}" type="pres">
      <dgm:prSet presAssocID="{BA80F630-54FB-46B7-B372-811390524178}" presName="node" presStyleLbl="node1" presStyleIdx="2" presStyleCnt="9">
        <dgm:presLayoutVars>
          <dgm:bulletEnabled val="1"/>
        </dgm:presLayoutVars>
      </dgm:prSet>
      <dgm:spPr/>
    </dgm:pt>
    <dgm:pt modelId="{A8F4CABD-5B65-4351-9C31-5658E169FA89}" type="pres">
      <dgm:prSet presAssocID="{438E2E86-AD4A-45D8-849F-7F089D375C51}" presName="sibTrans" presStyleCnt="0"/>
      <dgm:spPr/>
    </dgm:pt>
    <dgm:pt modelId="{F477E20F-D876-450B-8776-F3D84B022B52}" type="pres">
      <dgm:prSet presAssocID="{43A587AF-F8B5-4033-A52F-B65E7CF89424}" presName="node" presStyleLbl="node1" presStyleIdx="3" presStyleCnt="9">
        <dgm:presLayoutVars>
          <dgm:bulletEnabled val="1"/>
        </dgm:presLayoutVars>
      </dgm:prSet>
      <dgm:spPr/>
    </dgm:pt>
    <dgm:pt modelId="{95111996-9B2D-4C73-8D4C-B80B60A389AE}" type="pres">
      <dgm:prSet presAssocID="{199ADF1C-41ED-497B-849A-5FB85DE917C6}" presName="sibTrans" presStyleCnt="0"/>
      <dgm:spPr/>
    </dgm:pt>
    <dgm:pt modelId="{56FEEA10-4402-4AC4-AE60-30D430360FEC}" type="pres">
      <dgm:prSet presAssocID="{ADFA7280-C152-485E-B3CF-22D60713259A}" presName="node" presStyleLbl="node1" presStyleIdx="4" presStyleCnt="9">
        <dgm:presLayoutVars>
          <dgm:bulletEnabled val="1"/>
        </dgm:presLayoutVars>
      </dgm:prSet>
      <dgm:spPr/>
    </dgm:pt>
    <dgm:pt modelId="{51C9E212-F7AD-4AD9-88F9-320E746DF074}" type="pres">
      <dgm:prSet presAssocID="{F9651A2C-08A8-4F05-A547-226512863EF7}" presName="sibTrans" presStyleCnt="0"/>
      <dgm:spPr/>
    </dgm:pt>
    <dgm:pt modelId="{9EDC1782-6CAD-4075-81AD-EFF1198C1747}" type="pres">
      <dgm:prSet presAssocID="{C266645C-05BE-479B-A3E8-504707C0450B}" presName="node" presStyleLbl="node1" presStyleIdx="5" presStyleCnt="9">
        <dgm:presLayoutVars>
          <dgm:bulletEnabled val="1"/>
        </dgm:presLayoutVars>
      </dgm:prSet>
      <dgm:spPr/>
    </dgm:pt>
    <dgm:pt modelId="{5B4923CF-C651-4191-B276-72DF4E67C618}" type="pres">
      <dgm:prSet presAssocID="{352F0AA5-D7DF-42F5-89D8-FED428C97115}" presName="sibTrans" presStyleCnt="0"/>
      <dgm:spPr/>
    </dgm:pt>
    <dgm:pt modelId="{7AB60913-5EDA-4ED3-BE94-A02908E95907}" type="pres">
      <dgm:prSet presAssocID="{228F13B3-2CB7-4F3B-B7B9-5559735E7853}" presName="node" presStyleLbl="node1" presStyleIdx="6" presStyleCnt="9">
        <dgm:presLayoutVars>
          <dgm:bulletEnabled val="1"/>
        </dgm:presLayoutVars>
      </dgm:prSet>
      <dgm:spPr/>
    </dgm:pt>
    <dgm:pt modelId="{B6AC690C-D85B-46FD-BE29-5C30858DD578}" type="pres">
      <dgm:prSet presAssocID="{C3959E5C-28D9-4147-8F7E-2E2EB60AC629}" presName="sibTrans" presStyleCnt="0"/>
      <dgm:spPr/>
    </dgm:pt>
    <dgm:pt modelId="{E7E6D8F5-ED8F-462F-99A6-8F0CC2D4B06C}" type="pres">
      <dgm:prSet presAssocID="{105D9BC3-FC77-4F8C-A624-35FB59CAAFD9}" presName="node" presStyleLbl="node1" presStyleIdx="7" presStyleCnt="9">
        <dgm:presLayoutVars>
          <dgm:bulletEnabled val="1"/>
        </dgm:presLayoutVars>
      </dgm:prSet>
      <dgm:spPr/>
    </dgm:pt>
    <dgm:pt modelId="{005554BD-B88E-47A1-9918-38DCF9BE298E}" type="pres">
      <dgm:prSet presAssocID="{EF3A85A2-7996-4729-8CAA-6378850E5E77}" presName="sibTrans" presStyleCnt="0"/>
      <dgm:spPr/>
    </dgm:pt>
    <dgm:pt modelId="{D6F8532E-070C-4543-9EB7-2798465E76B7}" type="pres">
      <dgm:prSet presAssocID="{B18EFC82-479E-429D-8AB3-D44A27E806D3}" presName="node" presStyleLbl="node1" presStyleIdx="8" presStyleCnt="9">
        <dgm:presLayoutVars>
          <dgm:bulletEnabled val="1"/>
        </dgm:presLayoutVars>
      </dgm:prSet>
      <dgm:spPr/>
    </dgm:pt>
  </dgm:ptLst>
  <dgm:cxnLst>
    <dgm:cxn modelId="{FA2ADD0B-C8CA-4090-AF9D-DA0685FE7DD5}" type="presOf" srcId="{3309F45C-DA48-4BDE-8A63-A33D36D32559}" destId="{891F63FF-5F79-4289-8F1B-DB3FC2C9FB7E}" srcOrd="0" destOrd="0" presId="urn:microsoft.com/office/officeart/2005/8/layout/default"/>
    <dgm:cxn modelId="{E9155C18-07D4-4A49-81B5-0E305E1A6098}" type="presOf" srcId="{105D9BC3-FC77-4F8C-A624-35FB59CAAFD9}" destId="{E7E6D8F5-ED8F-462F-99A6-8F0CC2D4B06C}" srcOrd="0" destOrd="0" presId="urn:microsoft.com/office/officeart/2005/8/layout/default"/>
    <dgm:cxn modelId="{1EE28927-10F8-444D-AA22-8D2E7A49AFF9}" srcId="{3309F45C-DA48-4BDE-8A63-A33D36D32559}" destId="{E7DCF2B9-1A8E-44CB-BF5D-84636AA232E8}" srcOrd="0" destOrd="0" parTransId="{58094E63-69C5-4E8E-8F9F-8CB6F67B7C55}" sibTransId="{CB0D0812-C4B6-4951-BEC6-E4B0E520B06B}"/>
    <dgm:cxn modelId="{B3B08960-9E43-4473-B177-5A748DB18838}" srcId="{3309F45C-DA48-4BDE-8A63-A33D36D32559}" destId="{ADFA7280-C152-485E-B3CF-22D60713259A}" srcOrd="4" destOrd="0" parTransId="{DE45E628-86B5-46F6-9BFB-15C480E6489F}" sibTransId="{F9651A2C-08A8-4F05-A547-226512863EF7}"/>
    <dgm:cxn modelId="{DAD7EB43-B517-415A-957C-F13075F870CC}" type="presOf" srcId="{228F13B3-2CB7-4F3B-B7B9-5559735E7853}" destId="{7AB60913-5EDA-4ED3-BE94-A02908E95907}" srcOrd="0" destOrd="0" presId="urn:microsoft.com/office/officeart/2005/8/layout/default"/>
    <dgm:cxn modelId="{8867BD46-363E-41C4-A203-53CD65F4BD84}" type="presOf" srcId="{577A0F44-9D69-4E51-8EF1-0FF9C3B67A0B}" destId="{FFE04B0E-42EE-419E-AA2E-F9D06068F54D}" srcOrd="0" destOrd="0" presId="urn:microsoft.com/office/officeart/2005/8/layout/default"/>
    <dgm:cxn modelId="{5CB7496A-F216-4976-8CE6-1AC55C53B5A8}" type="presOf" srcId="{B18EFC82-479E-429D-8AB3-D44A27E806D3}" destId="{D6F8532E-070C-4543-9EB7-2798465E76B7}" srcOrd="0" destOrd="0" presId="urn:microsoft.com/office/officeart/2005/8/layout/default"/>
    <dgm:cxn modelId="{D6A64C53-81CB-4C72-8D3F-8D40F31CD8B4}" srcId="{3309F45C-DA48-4BDE-8A63-A33D36D32559}" destId="{B18EFC82-479E-429D-8AB3-D44A27E806D3}" srcOrd="8" destOrd="0" parTransId="{50E5C3FB-B515-4D5C-8FA3-F2BD2558DA1A}" sibTransId="{701D4523-1E72-44DA-8D95-526C8DF7A752}"/>
    <dgm:cxn modelId="{BB880555-64B8-4741-8AC9-4169D7FF4563}" srcId="{3309F45C-DA48-4BDE-8A63-A33D36D32559}" destId="{228F13B3-2CB7-4F3B-B7B9-5559735E7853}" srcOrd="6" destOrd="0" parTransId="{8048B866-76D5-4067-A0FF-2FDA2239E3E3}" sibTransId="{C3959E5C-28D9-4147-8F7E-2E2EB60AC629}"/>
    <dgm:cxn modelId="{11795178-2E73-48C7-B9BE-9143085553A2}" type="presOf" srcId="{E7DCF2B9-1A8E-44CB-BF5D-84636AA232E8}" destId="{A82A9ABF-497A-46A7-B880-9182F66748F4}" srcOrd="0" destOrd="0" presId="urn:microsoft.com/office/officeart/2005/8/layout/default"/>
    <dgm:cxn modelId="{4B054299-9061-4A77-A4F3-8A2C439AD831}" srcId="{3309F45C-DA48-4BDE-8A63-A33D36D32559}" destId="{C266645C-05BE-479B-A3E8-504707C0450B}" srcOrd="5" destOrd="0" parTransId="{3D2B6042-06AE-4679-90B2-1A8595819D3E}" sibTransId="{352F0AA5-D7DF-42F5-89D8-FED428C97115}"/>
    <dgm:cxn modelId="{707FB5B3-05B9-448B-B287-8FD8765DBA13}" srcId="{3309F45C-DA48-4BDE-8A63-A33D36D32559}" destId="{BA80F630-54FB-46B7-B372-811390524178}" srcOrd="2" destOrd="0" parTransId="{C1C1927E-92D7-433D-9BE7-58FCC192888C}" sibTransId="{438E2E86-AD4A-45D8-849F-7F089D375C51}"/>
    <dgm:cxn modelId="{771130B9-A8FE-4802-B3D3-46247BF2436A}" type="presOf" srcId="{ADFA7280-C152-485E-B3CF-22D60713259A}" destId="{56FEEA10-4402-4AC4-AE60-30D430360FEC}" srcOrd="0" destOrd="0" presId="urn:microsoft.com/office/officeart/2005/8/layout/default"/>
    <dgm:cxn modelId="{3D1330CE-E9C1-43C0-B38C-C15C987008F9}" srcId="{3309F45C-DA48-4BDE-8A63-A33D36D32559}" destId="{105D9BC3-FC77-4F8C-A624-35FB59CAAFD9}" srcOrd="7" destOrd="0" parTransId="{7E99F339-77AE-46DC-BCD0-3D14CE0912D9}" sibTransId="{EF3A85A2-7996-4729-8CAA-6378850E5E77}"/>
    <dgm:cxn modelId="{C04931D2-0DAF-4DC1-8344-70B441A9E9E5}" type="presOf" srcId="{43A587AF-F8B5-4033-A52F-B65E7CF89424}" destId="{F477E20F-D876-450B-8776-F3D84B022B52}" srcOrd="0" destOrd="0" presId="urn:microsoft.com/office/officeart/2005/8/layout/default"/>
    <dgm:cxn modelId="{296503D8-E7CF-45D7-BCBD-18FA09BF4BC5}" type="presOf" srcId="{BA80F630-54FB-46B7-B372-811390524178}" destId="{EC628EEC-5CAD-4D50-86DF-15104FFB530B}" srcOrd="0" destOrd="0" presId="urn:microsoft.com/office/officeart/2005/8/layout/default"/>
    <dgm:cxn modelId="{DAB909E0-E270-48F5-B85F-1064D683A6E8}" type="presOf" srcId="{C266645C-05BE-479B-A3E8-504707C0450B}" destId="{9EDC1782-6CAD-4075-81AD-EFF1198C1747}" srcOrd="0" destOrd="0" presId="urn:microsoft.com/office/officeart/2005/8/layout/default"/>
    <dgm:cxn modelId="{E84C91E5-5C9D-4711-B43F-17B00D56DDEE}" srcId="{3309F45C-DA48-4BDE-8A63-A33D36D32559}" destId="{577A0F44-9D69-4E51-8EF1-0FF9C3B67A0B}" srcOrd="1" destOrd="0" parTransId="{7562106E-99DC-4782-A7C7-20442AB27D88}" sibTransId="{78BFA534-E8D3-48A1-9975-0F4AF0870056}"/>
    <dgm:cxn modelId="{12A01AEC-BB3F-40E5-8B01-4CD50960BCD1}" srcId="{3309F45C-DA48-4BDE-8A63-A33D36D32559}" destId="{43A587AF-F8B5-4033-A52F-B65E7CF89424}" srcOrd="3" destOrd="0" parTransId="{D90C4231-E05D-4A91-A5B4-4C89D4C7861D}" sibTransId="{199ADF1C-41ED-497B-849A-5FB85DE917C6}"/>
    <dgm:cxn modelId="{40FEFA0C-3255-4FEB-9189-1969ACA88CF5}" type="presParOf" srcId="{891F63FF-5F79-4289-8F1B-DB3FC2C9FB7E}" destId="{A82A9ABF-497A-46A7-B880-9182F66748F4}" srcOrd="0" destOrd="0" presId="urn:microsoft.com/office/officeart/2005/8/layout/default"/>
    <dgm:cxn modelId="{3602DD56-784F-4AFB-B3C5-B9C4757C0CB6}" type="presParOf" srcId="{891F63FF-5F79-4289-8F1B-DB3FC2C9FB7E}" destId="{358322A6-48A7-48CD-B8A6-57DE5C814B8F}" srcOrd="1" destOrd="0" presId="urn:microsoft.com/office/officeart/2005/8/layout/default"/>
    <dgm:cxn modelId="{59BE86ED-256D-449B-8836-5781C0329E29}" type="presParOf" srcId="{891F63FF-5F79-4289-8F1B-DB3FC2C9FB7E}" destId="{FFE04B0E-42EE-419E-AA2E-F9D06068F54D}" srcOrd="2" destOrd="0" presId="urn:microsoft.com/office/officeart/2005/8/layout/default"/>
    <dgm:cxn modelId="{80E2136B-4513-442D-9700-17C11BC5DD77}" type="presParOf" srcId="{891F63FF-5F79-4289-8F1B-DB3FC2C9FB7E}" destId="{EFDCF244-A3D7-4818-9A11-40AAFC93CEE9}" srcOrd="3" destOrd="0" presId="urn:microsoft.com/office/officeart/2005/8/layout/default"/>
    <dgm:cxn modelId="{991BAA84-6A88-49DA-8046-B4CB765B0411}" type="presParOf" srcId="{891F63FF-5F79-4289-8F1B-DB3FC2C9FB7E}" destId="{EC628EEC-5CAD-4D50-86DF-15104FFB530B}" srcOrd="4" destOrd="0" presId="urn:microsoft.com/office/officeart/2005/8/layout/default"/>
    <dgm:cxn modelId="{13125D49-02D4-4A88-B099-B67916E24AE9}" type="presParOf" srcId="{891F63FF-5F79-4289-8F1B-DB3FC2C9FB7E}" destId="{A8F4CABD-5B65-4351-9C31-5658E169FA89}" srcOrd="5" destOrd="0" presId="urn:microsoft.com/office/officeart/2005/8/layout/default"/>
    <dgm:cxn modelId="{3F0D3935-467B-457F-B521-DCEEF38EAFC9}" type="presParOf" srcId="{891F63FF-5F79-4289-8F1B-DB3FC2C9FB7E}" destId="{F477E20F-D876-450B-8776-F3D84B022B52}" srcOrd="6" destOrd="0" presId="urn:microsoft.com/office/officeart/2005/8/layout/default"/>
    <dgm:cxn modelId="{A5771CCA-469B-45BB-AF93-458A18863A00}" type="presParOf" srcId="{891F63FF-5F79-4289-8F1B-DB3FC2C9FB7E}" destId="{95111996-9B2D-4C73-8D4C-B80B60A389AE}" srcOrd="7" destOrd="0" presId="urn:microsoft.com/office/officeart/2005/8/layout/default"/>
    <dgm:cxn modelId="{C71ACEBA-E3A4-45F4-B939-CF2910FA17EB}" type="presParOf" srcId="{891F63FF-5F79-4289-8F1B-DB3FC2C9FB7E}" destId="{56FEEA10-4402-4AC4-AE60-30D430360FEC}" srcOrd="8" destOrd="0" presId="urn:microsoft.com/office/officeart/2005/8/layout/default"/>
    <dgm:cxn modelId="{138D4C37-A5DE-4892-B99D-994402EE5902}" type="presParOf" srcId="{891F63FF-5F79-4289-8F1B-DB3FC2C9FB7E}" destId="{51C9E212-F7AD-4AD9-88F9-320E746DF074}" srcOrd="9" destOrd="0" presId="urn:microsoft.com/office/officeart/2005/8/layout/default"/>
    <dgm:cxn modelId="{260C7CD6-7A13-421A-B4A7-E7069C929693}" type="presParOf" srcId="{891F63FF-5F79-4289-8F1B-DB3FC2C9FB7E}" destId="{9EDC1782-6CAD-4075-81AD-EFF1198C1747}" srcOrd="10" destOrd="0" presId="urn:microsoft.com/office/officeart/2005/8/layout/default"/>
    <dgm:cxn modelId="{11764CF1-FF3B-4412-9734-204FD02DFAA5}" type="presParOf" srcId="{891F63FF-5F79-4289-8F1B-DB3FC2C9FB7E}" destId="{5B4923CF-C651-4191-B276-72DF4E67C618}" srcOrd="11" destOrd="0" presId="urn:microsoft.com/office/officeart/2005/8/layout/default"/>
    <dgm:cxn modelId="{9C9BA409-2CB4-4209-BDB4-205C6D851274}" type="presParOf" srcId="{891F63FF-5F79-4289-8F1B-DB3FC2C9FB7E}" destId="{7AB60913-5EDA-4ED3-BE94-A02908E95907}" srcOrd="12" destOrd="0" presId="urn:microsoft.com/office/officeart/2005/8/layout/default"/>
    <dgm:cxn modelId="{1E156510-25BF-4052-B42C-7012C2797DD3}" type="presParOf" srcId="{891F63FF-5F79-4289-8F1B-DB3FC2C9FB7E}" destId="{B6AC690C-D85B-46FD-BE29-5C30858DD578}" srcOrd="13" destOrd="0" presId="urn:microsoft.com/office/officeart/2005/8/layout/default"/>
    <dgm:cxn modelId="{6866B943-3B89-415A-90CC-5CCE5C55CBF8}" type="presParOf" srcId="{891F63FF-5F79-4289-8F1B-DB3FC2C9FB7E}" destId="{E7E6D8F5-ED8F-462F-99A6-8F0CC2D4B06C}" srcOrd="14" destOrd="0" presId="urn:microsoft.com/office/officeart/2005/8/layout/default"/>
    <dgm:cxn modelId="{4D4BC582-E80F-40C3-8517-5AC56C7B4D06}" type="presParOf" srcId="{891F63FF-5F79-4289-8F1B-DB3FC2C9FB7E}" destId="{005554BD-B88E-47A1-9918-38DCF9BE298E}" srcOrd="15" destOrd="0" presId="urn:microsoft.com/office/officeart/2005/8/layout/default"/>
    <dgm:cxn modelId="{C22C2C8A-AC08-488F-9C4A-392789763200}" type="presParOf" srcId="{891F63FF-5F79-4289-8F1B-DB3FC2C9FB7E}" destId="{D6F8532E-070C-4543-9EB7-2798465E76B7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78D429-A262-4429-8CED-CCA2E6C731AD}" type="doc">
      <dgm:prSet loTypeId="urn:microsoft.com/office/officeart/2005/8/layout/radial1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C0426BF-EB93-4F7D-8128-AA8F392D4CB4}">
      <dgm:prSet phldrT="[Text]" phldr="0" custT="1"/>
      <dgm:spPr>
        <a:solidFill>
          <a:srgbClr val="002060"/>
        </a:solidFill>
      </dgm:spPr>
      <dgm:t>
        <a:bodyPr/>
        <a:lstStyle/>
        <a:p>
          <a:r>
            <a:rPr lang="en-US" sz="2000" b="1" dirty="0"/>
            <a:t>LMS</a:t>
          </a:r>
          <a:br>
            <a:rPr lang="en-US" sz="1600" b="1" dirty="0"/>
          </a:br>
          <a:r>
            <a:rPr lang="en-US" sz="1200" b="0" dirty="0"/>
            <a:t>System of Record</a:t>
          </a:r>
          <a:endParaRPr lang="en-US" sz="1600" b="0" dirty="0"/>
        </a:p>
      </dgm:t>
    </dgm:pt>
    <dgm:pt modelId="{A9A2D760-B242-4183-8E46-B61D287CFCFD}" type="parTrans" cxnId="{6C69C085-8F43-4280-8E17-034610D2E967}">
      <dgm:prSet/>
      <dgm:spPr/>
      <dgm:t>
        <a:bodyPr/>
        <a:lstStyle/>
        <a:p>
          <a:endParaRPr lang="en-US"/>
        </a:p>
      </dgm:t>
    </dgm:pt>
    <dgm:pt modelId="{658303AD-50D2-497F-B086-EB944B60F52C}" type="sibTrans" cxnId="{6C69C085-8F43-4280-8E17-034610D2E967}">
      <dgm:prSet/>
      <dgm:spPr/>
      <dgm:t>
        <a:bodyPr/>
        <a:lstStyle/>
        <a:p>
          <a:endParaRPr lang="en-US"/>
        </a:p>
      </dgm:t>
    </dgm:pt>
    <dgm:pt modelId="{2386C6D8-42EF-4E10-9B1B-6D6DF640F860}">
      <dgm:prSet phldrT="[Text]" phldr="0"/>
      <dgm:spPr/>
      <dgm:t>
        <a:bodyPr/>
        <a:lstStyle/>
        <a:p>
          <a:r>
            <a:rPr lang="en-US" dirty="0"/>
            <a:t>Mobile App &amp; Backend</a:t>
          </a:r>
          <a:br>
            <a:rPr lang="en-US" dirty="0"/>
          </a:br>
          <a:r>
            <a:rPr lang="en-US" dirty="0">
              <a:solidFill>
                <a:srgbClr val="FAF4AC"/>
              </a:solidFill>
            </a:rPr>
            <a:t>INT-01</a:t>
          </a:r>
        </a:p>
      </dgm:t>
    </dgm:pt>
    <dgm:pt modelId="{6B4E293B-A859-4291-84A0-81E2A0ACD596}" type="parTrans" cxnId="{523E1858-56ED-4C80-BE40-B4DAB2B90B37}">
      <dgm:prSet/>
      <dgm:spPr/>
      <dgm:t>
        <a:bodyPr/>
        <a:lstStyle/>
        <a:p>
          <a:endParaRPr lang="en-US"/>
        </a:p>
      </dgm:t>
    </dgm:pt>
    <dgm:pt modelId="{3FDE0E5A-2380-466A-9743-3F6F04B5DD53}" type="sibTrans" cxnId="{523E1858-56ED-4C80-BE40-B4DAB2B90B37}">
      <dgm:prSet/>
      <dgm:spPr/>
      <dgm:t>
        <a:bodyPr/>
        <a:lstStyle/>
        <a:p>
          <a:endParaRPr lang="en-US"/>
        </a:p>
      </dgm:t>
    </dgm:pt>
    <dgm:pt modelId="{6B21CE09-2952-4F95-9B74-BFB5295005CE}">
      <dgm:prSet phldrT="[Text]" phldr="0"/>
      <dgm:spPr/>
      <dgm:t>
        <a:bodyPr/>
        <a:lstStyle/>
        <a:p>
          <a:r>
            <a:rPr lang="en-US" dirty="0"/>
            <a:t>Payment Gateways (TBD)</a:t>
          </a:r>
          <a:br>
            <a:rPr lang="en-US" dirty="0"/>
          </a:br>
          <a:r>
            <a:rPr lang="en-US" dirty="0">
              <a:solidFill>
                <a:srgbClr val="FAF4AC"/>
              </a:solidFill>
            </a:rPr>
            <a:t>INT-04</a:t>
          </a:r>
        </a:p>
      </dgm:t>
    </dgm:pt>
    <dgm:pt modelId="{2C23F524-9EFC-47AF-8E63-D7F9F627E0B0}" type="parTrans" cxnId="{F9BE788E-A5EC-4F9F-B78C-BD5FA22600E1}">
      <dgm:prSet/>
      <dgm:spPr/>
      <dgm:t>
        <a:bodyPr/>
        <a:lstStyle/>
        <a:p>
          <a:endParaRPr lang="en-US"/>
        </a:p>
      </dgm:t>
    </dgm:pt>
    <dgm:pt modelId="{AC901C72-DA32-416E-8065-5512468D76C0}" type="sibTrans" cxnId="{F9BE788E-A5EC-4F9F-B78C-BD5FA22600E1}">
      <dgm:prSet/>
      <dgm:spPr/>
      <dgm:t>
        <a:bodyPr/>
        <a:lstStyle/>
        <a:p>
          <a:endParaRPr lang="en-US"/>
        </a:p>
      </dgm:t>
    </dgm:pt>
    <dgm:pt modelId="{4892AACA-C5D8-4B43-BF47-4D4980BBC768}">
      <dgm:prSet phldrT="[Text]" phldr="0"/>
      <dgm:spPr/>
      <dgm:t>
        <a:bodyPr/>
        <a:lstStyle/>
        <a:p>
          <a:r>
            <a:rPr lang="en-US" dirty="0"/>
            <a:t>Data Warehouse</a:t>
          </a:r>
          <a:br>
            <a:rPr lang="en-US" dirty="0"/>
          </a:br>
          <a:r>
            <a:rPr lang="en-US" dirty="0">
              <a:solidFill>
                <a:srgbClr val="FAF4AC"/>
              </a:solidFill>
            </a:rPr>
            <a:t>INT-09</a:t>
          </a:r>
        </a:p>
      </dgm:t>
    </dgm:pt>
    <dgm:pt modelId="{2F2EC482-B87C-44A0-8976-FCEA50DF7806}" type="parTrans" cxnId="{25A707AE-3073-4244-A284-FAA8F34059A6}">
      <dgm:prSet/>
      <dgm:spPr/>
      <dgm:t>
        <a:bodyPr/>
        <a:lstStyle/>
        <a:p>
          <a:endParaRPr lang="en-US"/>
        </a:p>
      </dgm:t>
    </dgm:pt>
    <dgm:pt modelId="{95CBB5F0-88E3-4E9C-92C0-B6BB9D46AD5B}" type="sibTrans" cxnId="{25A707AE-3073-4244-A284-FAA8F34059A6}">
      <dgm:prSet/>
      <dgm:spPr/>
      <dgm:t>
        <a:bodyPr/>
        <a:lstStyle/>
        <a:p>
          <a:endParaRPr lang="en-US"/>
        </a:p>
      </dgm:t>
    </dgm:pt>
    <dgm:pt modelId="{45277CB7-41CF-4C78-831A-64E72BB48A54}">
      <dgm:prSet phldrT="[Text]" phldr="0"/>
      <dgm:spPr/>
      <dgm:t>
        <a:bodyPr/>
        <a:lstStyle/>
        <a:p>
          <a:r>
            <a:rPr lang="en-US" dirty="0"/>
            <a:t>Eligibility Engine</a:t>
          </a:r>
          <a:br>
            <a:rPr lang="en-US" dirty="0"/>
          </a:br>
          <a:r>
            <a:rPr lang="en-US" dirty="0">
              <a:solidFill>
                <a:srgbClr val="FAF4AC"/>
              </a:solidFill>
            </a:rPr>
            <a:t>INT-02</a:t>
          </a:r>
        </a:p>
      </dgm:t>
    </dgm:pt>
    <dgm:pt modelId="{06F6B733-9783-4F00-AB74-7518037EA449}" type="parTrans" cxnId="{C3B1662C-B9BA-4C4B-9C99-BC768022749A}">
      <dgm:prSet/>
      <dgm:spPr/>
      <dgm:t>
        <a:bodyPr/>
        <a:lstStyle/>
        <a:p>
          <a:endParaRPr lang="en-US"/>
        </a:p>
      </dgm:t>
    </dgm:pt>
    <dgm:pt modelId="{6419CFB5-60DE-453F-B18F-0A95611ADC05}" type="sibTrans" cxnId="{C3B1662C-B9BA-4C4B-9C99-BC768022749A}">
      <dgm:prSet/>
      <dgm:spPr/>
      <dgm:t>
        <a:bodyPr/>
        <a:lstStyle/>
        <a:p>
          <a:endParaRPr lang="en-US"/>
        </a:p>
      </dgm:t>
    </dgm:pt>
    <dgm:pt modelId="{C8E89D7A-7A0B-457C-9BF2-4A501C3FAA68}">
      <dgm:prSet phldrT="[Text]" phldr="0"/>
      <dgm:spPr/>
      <dgm:t>
        <a:bodyPr/>
        <a:lstStyle/>
        <a:p>
          <a:r>
            <a:rPr lang="en-US" dirty="0"/>
            <a:t>Commodity Platform</a:t>
          </a:r>
          <a:br>
            <a:rPr lang="en-US" dirty="0"/>
          </a:br>
          <a:r>
            <a:rPr lang="en-US" dirty="0">
              <a:solidFill>
                <a:srgbClr val="FAF4AC"/>
              </a:solidFill>
            </a:rPr>
            <a:t>INT-03</a:t>
          </a:r>
        </a:p>
      </dgm:t>
    </dgm:pt>
    <dgm:pt modelId="{E7A671DA-32BF-4F2C-ACD9-437B74045F83}" type="parTrans" cxnId="{91CC38D5-7597-4604-BF19-AC4221B1E6D1}">
      <dgm:prSet/>
      <dgm:spPr/>
      <dgm:t>
        <a:bodyPr/>
        <a:lstStyle/>
        <a:p>
          <a:endParaRPr lang="en-US"/>
        </a:p>
      </dgm:t>
    </dgm:pt>
    <dgm:pt modelId="{22419E5C-CFF2-4985-BC8E-1A41E233F3D3}" type="sibTrans" cxnId="{91CC38D5-7597-4604-BF19-AC4221B1E6D1}">
      <dgm:prSet/>
      <dgm:spPr/>
      <dgm:t>
        <a:bodyPr/>
        <a:lstStyle/>
        <a:p>
          <a:endParaRPr lang="en-US"/>
        </a:p>
      </dgm:t>
    </dgm:pt>
    <dgm:pt modelId="{CCD0AA2C-9285-45B5-9F9E-4CF9F239BD6F}">
      <dgm:prSet phldrT="[Text]" phldr="0"/>
      <dgm:spPr/>
      <dgm:t>
        <a:bodyPr/>
        <a:lstStyle/>
        <a:p>
          <a:r>
            <a:rPr lang="en-US" dirty="0"/>
            <a:t>Identity Provider</a:t>
          </a:r>
          <a:br>
            <a:rPr lang="en-US" dirty="0"/>
          </a:br>
          <a:r>
            <a:rPr lang="en-US" dirty="0">
              <a:solidFill>
                <a:srgbClr val="FAF4AC"/>
              </a:solidFill>
            </a:rPr>
            <a:t>INT-10</a:t>
          </a:r>
        </a:p>
      </dgm:t>
    </dgm:pt>
    <dgm:pt modelId="{84234B20-B032-4BB4-A2C3-1F41FFD7EF25}" type="parTrans" cxnId="{F5F138E3-62D5-415D-935A-3FF10C0D431D}">
      <dgm:prSet/>
      <dgm:spPr/>
      <dgm:t>
        <a:bodyPr/>
        <a:lstStyle/>
        <a:p>
          <a:endParaRPr lang="en-US"/>
        </a:p>
      </dgm:t>
    </dgm:pt>
    <dgm:pt modelId="{055908B3-03B8-4B2C-887E-D3F3232EE770}" type="sibTrans" cxnId="{F5F138E3-62D5-415D-935A-3FF10C0D431D}">
      <dgm:prSet/>
      <dgm:spPr/>
      <dgm:t>
        <a:bodyPr/>
        <a:lstStyle/>
        <a:p>
          <a:endParaRPr lang="en-US"/>
        </a:p>
      </dgm:t>
    </dgm:pt>
    <dgm:pt modelId="{131CE0E8-31C2-4E57-9BE5-8E3FB4E18355}">
      <dgm:prSet phldrT="[Text]" phldr="0"/>
      <dgm:spPr/>
      <dgm:t>
        <a:bodyPr/>
        <a:lstStyle/>
        <a:p>
          <a:r>
            <a:rPr lang="en-US" dirty="0"/>
            <a:t>Notifications</a:t>
          </a:r>
          <a:br>
            <a:rPr lang="en-US" dirty="0"/>
          </a:br>
          <a:r>
            <a:rPr lang="en-US" dirty="0">
              <a:solidFill>
                <a:srgbClr val="FAF4AC"/>
              </a:solidFill>
            </a:rPr>
            <a:t>INT-10</a:t>
          </a:r>
        </a:p>
      </dgm:t>
    </dgm:pt>
    <dgm:pt modelId="{730DF0A3-B331-4134-AEAB-5C7F212D6668}" type="parTrans" cxnId="{92E3690A-5E56-4818-ABBC-BDC6D0C01ACB}">
      <dgm:prSet/>
      <dgm:spPr/>
      <dgm:t>
        <a:bodyPr/>
        <a:lstStyle/>
        <a:p>
          <a:endParaRPr lang="en-US"/>
        </a:p>
      </dgm:t>
    </dgm:pt>
    <dgm:pt modelId="{53A1DEF2-18FE-4353-8E64-C5139BAE03AD}" type="sibTrans" cxnId="{92E3690A-5E56-4818-ABBC-BDC6D0C01ACB}">
      <dgm:prSet/>
      <dgm:spPr/>
      <dgm:t>
        <a:bodyPr/>
        <a:lstStyle/>
        <a:p>
          <a:endParaRPr lang="en-US"/>
        </a:p>
      </dgm:t>
    </dgm:pt>
    <dgm:pt modelId="{22077917-5005-4B90-81D0-F88EB4A0FE0D}">
      <dgm:prSet phldrT="[Text]" phldr="0"/>
      <dgm:spPr/>
      <dgm:t>
        <a:bodyPr/>
        <a:lstStyle/>
        <a:p>
          <a:r>
            <a:rPr lang="en-US" dirty="0"/>
            <a:t>AML / Sanctions</a:t>
          </a:r>
          <a:br>
            <a:rPr lang="en-US" dirty="0"/>
          </a:br>
          <a:r>
            <a:rPr lang="en-US" dirty="0">
              <a:solidFill>
                <a:srgbClr val="FAF4AC"/>
              </a:solidFill>
            </a:rPr>
            <a:t>INT-08</a:t>
          </a:r>
        </a:p>
      </dgm:t>
    </dgm:pt>
    <dgm:pt modelId="{1C34F047-29F7-40B4-B430-3DA9BBBC848A}" type="parTrans" cxnId="{D056874A-9228-49DE-9414-65E0D6615979}">
      <dgm:prSet/>
      <dgm:spPr/>
      <dgm:t>
        <a:bodyPr/>
        <a:lstStyle/>
        <a:p>
          <a:endParaRPr lang="en-US"/>
        </a:p>
      </dgm:t>
    </dgm:pt>
    <dgm:pt modelId="{5A7A176A-CB63-42B8-A963-0C80B6D5D476}" type="sibTrans" cxnId="{D056874A-9228-49DE-9414-65E0D6615979}">
      <dgm:prSet/>
      <dgm:spPr/>
      <dgm:t>
        <a:bodyPr/>
        <a:lstStyle/>
        <a:p>
          <a:endParaRPr lang="en-US"/>
        </a:p>
      </dgm:t>
    </dgm:pt>
    <dgm:pt modelId="{D85C636C-8270-4BD4-8292-B8F734BF2048}">
      <dgm:prSet phldrT="[Text]" phldr="0"/>
      <dgm:spPr/>
      <dgm:t>
        <a:bodyPr/>
        <a:lstStyle/>
        <a:p>
          <a:r>
            <a:rPr lang="en-US" dirty="0"/>
            <a:t>Credit Bureau (Benefit)</a:t>
          </a:r>
          <a:br>
            <a:rPr lang="en-US" dirty="0"/>
          </a:br>
          <a:r>
            <a:rPr lang="en-US" dirty="0">
              <a:solidFill>
                <a:srgbClr val="FAF4AC"/>
              </a:solidFill>
            </a:rPr>
            <a:t>INT-06</a:t>
          </a:r>
        </a:p>
      </dgm:t>
    </dgm:pt>
    <dgm:pt modelId="{0AD1758C-89EA-4CA8-8765-0F011064A516}" type="parTrans" cxnId="{93CF3508-3F8E-4051-9280-D22BC8ABBCDE}">
      <dgm:prSet/>
      <dgm:spPr/>
      <dgm:t>
        <a:bodyPr/>
        <a:lstStyle/>
        <a:p>
          <a:endParaRPr lang="en-US"/>
        </a:p>
      </dgm:t>
    </dgm:pt>
    <dgm:pt modelId="{DF04F6A2-AEEB-456B-A202-80EE37B1FDC0}" type="sibTrans" cxnId="{93CF3508-3F8E-4051-9280-D22BC8ABBCDE}">
      <dgm:prSet/>
      <dgm:spPr/>
      <dgm:t>
        <a:bodyPr/>
        <a:lstStyle/>
        <a:p>
          <a:endParaRPr lang="en-US"/>
        </a:p>
      </dgm:t>
    </dgm:pt>
    <dgm:pt modelId="{9668E6BB-3CF7-4CC4-90A7-528B4FC682B7}">
      <dgm:prSet phldrT="[Text]" phldr="0"/>
      <dgm:spPr/>
      <dgm:t>
        <a:bodyPr/>
        <a:lstStyle/>
        <a:p>
          <a:r>
            <a:rPr lang="en-US" dirty="0"/>
            <a:t>Core Banking (KFH)</a:t>
          </a:r>
          <a:br>
            <a:rPr lang="en-US" dirty="0"/>
          </a:br>
          <a:r>
            <a:rPr lang="en-US" dirty="0">
              <a:solidFill>
                <a:srgbClr val="FAF4AC"/>
              </a:solidFill>
            </a:rPr>
            <a:t>INT-05</a:t>
          </a:r>
        </a:p>
      </dgm:t>
    </dgm:pt>
    <dgm:pt modelId="{E92EB16E-3888-4821-BAF5-58447B40712F}" type="parTrans" cxnId="{294FD603-E663-4C91-AD90-F764EA99AA8F}">
      <dgm:prSet/>
      <dgm:spPr/>
      <dgm:t>
        <a:bodyPr/>
        <a:lstStyle/>
        <a:p>
          <a:endParaRPr lang="en-US"/>
        </a:p>
      </dgm:t>
    </dgm:pt>
    <dgm:pt modelId="{C6776F77-FCCB-4C1F-9F5D-AE74DBAF4870}" type="sibTrans" cxnId="{294FD603-E663-4C91-AD90-F764EA99AA8F}">
      <dgm:prSet/>
      <dgm:spPr/>
      <dgm:t>
        <a:bodyPr/>
        <a:lstStyle/>
        <a:p>
          <a:endParaRPr lang="en-US"/>
        </a:p>
      </dgm:t>
    </dgm:pt>
    <dgm:pt modelId="{58A6B1FC-8AEA-402B-A7A4-8C13271E19CD}" type="pres">
      <dgm:prSet presAssocID="{2278D429-A262-4429-8CED-CCA2E6C731AD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2A054F1-7504-4359-A244-AF0CB9E24A34}" type="pres">
      <dgm:prSet presAssocID="{6C0426BF-EB93-4F7D-8128-AA8F392D4CB4}" presName="centerShape" presStyleLbl="node0" presStyleIdx="0" presStyleCnt="1" custScaleX="132947" custScaleY="132947"/>
      <dgm:spPr/>
    </dgm:pt>
    <dgm:pt modelId="{651642BC-36E7-400F-92D5-5084C6841AFB}" type="pres">
      <dgm:prSet presAssocID="{6B4E293B-A859-4291-84A0-81E2A0ACD596}" presName="Name9" presStyleLbl="parChTrans1D2" presStyleIdx="0" presStyleCnt="10"/>
      <dgm:spPr/>
    </dgm:pt>
    <dgm:pt modelId="{BEA950BD-EC7F-4FE5-B30A-BFB61AB59548}" type="pres">
      <dgm:prSet presAssocID="{6B4E293B-A859-4291-84A0-81E2A0ACD596}" presName="connTx" presStyleLbl="parChTrans1D2" presStyleIdx="0" presStyleCnt="10"/>
      <dgm:spPr/>
    </dgm:pt>
    <dgm:pt modelId="{475F84D0-EC9B-41BD-97FB-4B4AEEBA8F39}" type="pres">
      <dgm:prSet presAssocID="{2386C6D8-42EF-4E10-9B1B-6D6DF640F860}" presName="node" presStyleLbl="node1" presStyleIdx="0" presStyleCnt="10">
        <dgm:presLayoutVars>
          <dgm:bulletEnabled val="1"/>
        </dgm:presLayoutVars>
      </dgm:prSet>
      <dgm:spPr/>
    </dgm:pt>
    <dgm:pt modelId="{9E84A03B-A4F2-47B4-A420-390824CC9F59}" type="pres">
      <dgm:prSet presAssocID="{06F6B733-9783-4F00-AB74-7518037EA449}" presName="Name9" presStyleLbl="parChTrans1D2" presStyleIdx="1" presStyleCnt="10"/>
      <dgm:spPr/>
    </dgm:pt>
    <dgm:pt modelId="{CDFCBFF7-F94D-4F3F-A5BF-8153312E1D24}" type="pres">
      <dgm:prSet presAssocID="{06F6B733-9783-4F00-AB74-7518037EA449}" presName="connTx" presStyleLbl="parChTrans1D2" presStyleIdx="1" presStyleCnt="10"/>
      <dgm:spPr/>
    </dgm:pt>
    <dgm:pt modelId="{5067612F-BECE-4378-9753-6A239B292196}" type="pres">
      <dgm:prSet presAssocID="{45277CB7-41CF-4C78-831A-64E72BB48A54}" presName="node" presStyleLbl="node1" presStyleIdx="1" presStyleCnt="10">
        <dgm:presLayoutVars>
          <dgm:bulletEnabled val="1"/>
        </dgm:presLayoutVars>
      </dgm:prSet>
      <dgm:spPr/>
    </dgm:pt>
    <dgm:pt modelId="{F7788542-B2DE-4C9D-8682-59BA078D70B0}" type="pres">
      <dgm:prSet presAssocID="{E7A671DA-32BF-4F2C-ACD9-437B74045F83}" presName="Name9" presStyleLbl="parChTrans1D2" presStyleIdx="2" presStyleCnt="10"/>
      <dgm:spPr/>
    </dgm:pt>
    <dgm:pt modelId="{F2376EC9-EA64-463B-A0B9-B0A1AFB09C36}" type="pres">
      <dgm:prSet presAssocID="{E7A671DA-32BF-4F2C-ACD9-437B74045F83}" presName="connTx" presStyleLbl="parChTrans1D2" presStyleIdx="2" presStyleCnt="10"/>
      <dgm:spPr/>
    </dgm:pt>
    <dgm:pt modelId="{13B610B7-B647-4680-A506-0D381AE4934E}" type="pres">
      <dgm:prSet presAssocID="{C8E89D7A-7A0B-457C-9BF2-4A501C3FAA68}" presName="node" presStyleLbl="node1" presStyleIdx="2" presStyleCnt="10">
        <dgm:presLayoutVars>
          <dgm:bulletEnabled val="1"/>
        </dgm:presLayoutVars>
      </dgm:prSet>
      <dgm:spPr/>
    </dgm:pt>
    <dgm:pt modelId="{C6728755-37FC-46C0-8717-AB02BE553EBE}" type="pres">
      <dgm:prSet presAssocID="{2C23F524-9EFC-47AF-8E63-D7F9F627E0B0}" presName="Name9" presStyleLbl="parChTrans1D2" presStyleIdx="3" presStyleCnt="10"/>
      <dgm:spPr/>
    </dgm:pt>
    <dgm:pt modelId="{1363DF30-98A9-4DD9-AAAE-65FEED2A3E7F}" type="pres">
      <dgm:prSet presAssocID="{2C23F524-9EFC-47AF-8E63-D7F9F627E0B0}" presName="connTx" presStyleLbl="parChTrans1D2" presStyleIdx="3" presStyleCnt="10"/>
      <dgm:spPr/>
    </dgm:pt>
    <dgm:pt modelId="{B26A5FE7-BC7D-43EB-B487-8688F3E50D4E}" type="pres">
      <dgm:prSet presAssocID="{6B21CE09-2952-4F95-9B74-BFB5295005CE}" presName="node" presStyleLbl="node1" presStyleIdx="3" presStyleCnt="10">
        <dgm:presLayoutVars>
          <dgm:bulletEnabled val="1"/>
        </dgm:presLayoutVars>
      </dgm:prSet>
      <dgm:spPr/>
    </dgm:pt>
    <dgm:pt modelId="{18E1B5BE-7B80-47D8-954A-DA662A120429}" type="pres">
      <dgm:prSet presAssocID="{2F2EC482-B87C-44A0-8976-FCEA50DF7806}" presName="Name9" presStyleLbl="parChTrans1D2" presStyleIdx="4" presStyleCnt="10"/>
      <dgm:spPr/>
    </dgm:pt>
    <dgm:pt modelId="{9F5D8DB5-8CE9-419D-8A37-0D460431C6F7}" type="pres">
      <dgm:prSet presAssocID="{2F2EC482-B87C-44A0-8976-FCEA50DF7806}" presName="connTx" presStyleLbl="parChTrans1D2" presStyleIdx="4" presStyleCnt="10"/>
      <dgm:spPr/>
    </dgm:pt>
    <dgm:pt modelId="{E4021DB7-C10F-403F-B578-854D0501903C}" type="pres">
      <dgm:prSet presAssocID="{4892AACA-C5D8-4B43-BF47-4D4980BBC768}" presName="node" presStyleLbl="node1" presStyleIdx="4" presStyleCnt="10">
        <dgm:presLayoutVars>
          <dgm:bulletEnabled val="1"/>
        </dgm:presLayoutVars>
      </dgm:prSet>
      <dgm:spPr/>
    </dgm:pt>
    <dgm:pt modelId="{0FA100B3-3B31-4875-A045-7E450DE22FAC}" type="pres">
      <dgm:prSet presAssocID="{84234B20-B032-4BB4-A2C3-1F41FFD7EF25}" presName="Name9" presStyleLbl="parChTrans1D2" presStyleIdx="5" presStyleCnt="10"/>
      <dgm:spPr/>
    </dgm:pt>
    <dgm:pt modelId="{C25DA76A-8F54-4071-AEAE-07E9C4CECFE4}" type="pres">
      <dgm:prSet presAssocID="{84234B20-B032-4BB4-A2C3-1F41FFD7EF25}" presName="connTx" presStyleLbl="parChTrans1D2" presStyleIdx="5" presStyleCnt="10"/>
      <dgm:spPr/>
    </dgm:pt>
    <dgm:pt modelId="{1E0A4302-A5C8-44A4-AB9D-2CB976D5BF61}" type="pres">
      <dgm:prSet presAssocID="{CCD0AA2C-9285-45B5-9F9E-4CF9F239BD6F}" presName="node" presStyleLbl="node1" presStyleIdx="5" presStyleCnt="10">
        <dgm:presLayoutVars>
          <dgm:bulletEnabled val="1"/>
        </dgm:presLayoutVars>
      </dgm:prSet>
      <dgm:spPr/>
    </dgm:pt>
    <dgm:pt modelId="{39ADFC0D-21EE-426E-9DC7-BA3D66FC4EA1}" type="pres">
      <dgm:prSet presAssocID="{730DF0A3-B331-4134-AEAB-5C7F212D6668}" presName="Name9" presStyleLbl="parChTrans1D2" presStyleIdx="6" presStyleCnt="10"/>
      <dgm:spPr/>
    </dgm:pt>
    <dgm:pt modelId="{904F2708-7BF2-4085-809F-B41DE67D1F3F}" type="pres">
      <dgm:prSet presAssocID="{730DF0A3-B331-4134-AEAB-5C7F212D6668}" presName="connTx" presStyleLbl="parChTrans1D2" presStyleIdx="6" presStyleCnt="10"/>
      <dgm:spPr/>
    </dgm:pt>
    <dgm:pt modelId="{F6011D6A-A04E-4544-9405-BAE60584EE7B}" type="pres">
      <dgm:prSet presAssocID="{131CE0E8-31C2-4E57-9BE5-8E3FB4E18355}" presName="node" presStyleLbl="node1" presStyleIdx="6" presStyleCnt="10">
        <dgm:presLayoutVars>
          <dgm:bulletEnabled val="1"/>
        </dgm:presLayoutVars>
      </dgm:prSet>
      <dgm:spPr/>
    </dgm:pt>
    <dgm:pt modelId="{934EA895-7CBF-4AAC-BF09-97A6D9F9929B}" type="pres">
      <dgm:prSet presAssocID="{1C34F047-29F7-40B4-B430-3DA9BBBC848A}" presName="Name9" presStyleLbl="parChTrans1D2" presStyleIdx="7" presStyleCnt="10"/>
      <dgm:spPr/>
    </dgm:pt>
    <dgm:pt modelId="{C719DF2B-DB20-485C-9AA8-043FFAAD6D4F}" type="pres">
      <dgm:prSet presAssocID="{1C34F047-29F7-40B4-B430-3DA9BBBC848A}" presName="connTx" presStyleLbl="parChTrans1D2" presStyleIdx="7" presStyleCnt="10"/>
      <dgm:spPr/>
    </dgm:pt>
    <dgm:pt modelId="{8C275A81-D758-499C-9761-F9D4AFB7984A}" type="pres">
      <dgm:prSet presAssocID="{22077917-5005-4B90-81D0-F88EB4A0FE0D}" presName="node" presStyleLbl="node1" presStyleIdx="7" presStyleCnt="10">
        <dgm:presLayoutVars>
          <dgm:bulletEnabled val="1"/>
        </dgm:presLayoutVars>
      </dgm:prSet>
      <dgm:spPr/>
    </dgm:pt>
    <dgm:pt modelId="{CA16CEFF-5BA1-46F3-A06E-E1EB88A3E49F}" type="pres">
      <dgm:prSet presAssocID="{0AD1758C-89EA-4CA8-8765-0F011064A516}" presName="Name9" presStyleLbl="parChTrans1D2" presStyleIdx="8" presStyleCnt="10"/>
      <dgm:spPr/>
    </dgm:pt>
    <dgm:pt modelId="{8217B910-0D16-46B3-9ABB-E538CEE392B4}" type="pres">
      <dgm:prSet presAssocID="{0AD1758C-89EA-4CA8-8765-0F011064A516}" presName="connTx" presStyleLbl="parChTrans1D2" presStyleIdx="8" presStyleCnt="10"/>
      <dgm:spPr/>
    </dgm:pt>
    <dgm:pt modelId="{5E3D2FF7-35FA-495F-9959-57F9F88580AC}" type="pres">
      <dgm:prSet presAssocID="{D85C636C-8270-4BD4-8292-B8F734BF2048}" presName="node" presStyleLbl="node1" presStyleIdx="8" presStyleCnt="10">
        <dgm:presLayoutVars>
          <dgm:bulletEnabled val="1"/>
        </dgm:presLayoutVars>
      </dgm:prSet>
      <dgm:spPr/>
    </dgm:pt>
    <dgm:pt modelId="{3DF2FDC3-29D0-4BE1-AEDD-09C6DDB4EB7A}" type="pres">
      <dgm:prSet presAssocID="{E92EB16E-3888-4821-BAF5-58447B40712F}" presName="Name9" presStyleLbl="parChTrans1D2" presStyleIdx="9" presStyleCnt="10"/>
      <dgm:spPr/>
    </dgm:pt>
    <dgm:pt modelId="{4DC35A02-1514-4DE6-922C-0F2B865BCD9B}" type="pres">
      <dgm:prSet presAssocID="{E92EB16E-3888-4821-BAF5-58447B40712F}" presName="connTx" presStyleLbl="parChTrans1D2" presStyleIdx="9" presStyleCnt="10"/>
      <dgm:spPr/>
    </dgm:pt>
    <dgm:pt modelId="{DE570529-74F8-41BE-841C-FDE7CBC028BB}" type="pres">
      <dgm:prSet presAssocID="{9668E6BB-3CF7-4CC4-90A7-528B4FC682B7}" presName="node" presStyleLbl="node1" presStyleIdx="9" presStyleCnt="10">
        <dgm:presLayoutVars>
          <dgm:bulletEnabled val="1"/>
        </dgm:presLayoutVars>
      </dgm:prSet>
      <dgm:spPr/>
    </dgm:pt>
  </dgm:ptLst>
  <dgm:cxnLst>
    <dgm:cxn modelId="{294FD603-E663-4C91-AD90-F764EA99AA8F}" srcId="{6C0426BF-EB93-4F7D-8128-AA8F392D4CB4}" destId="{9668E6BB-3CF7-4CC4-90A7-528B4FC682B7}" srcOrd="9" destOrd="0" parTransId="{E92EB16E-3888-4821-BAF5-58447B40712F}" sibTransId="{C6776F77-FCCB-4C1F-9F5D-AE74DBAF4870}"/>
    <dgm:cxn modelId="{93CF3508-3F8E-4051-9280-D22BC8ABBCDE}" srcId="{6C0426BF-EB93-4F7D-8128-AA8F392D4CB4}" destId="{D85C636C-8270-4BD4-8292-B8F734BF2048}" srcOrd="8" destOrd="0" parTransId="{0AD1758C-89EA-4CA8-8765-0F011064A516}" sibTransId="{DF04F6A2-AEEB-456B-A202-80EE37B1FDC0}"/>
    <dgm:cxn modelId="{92E3690A-5E56-4818-ABBC-BDC6D0C01ACB}" srcId="{6C0426BF-EB93-4F7D-8128-AA8F392D4CB4}" destId="{131CE0E8-31C2-4E57-9BE5-8E3FB4E18355}" srcOrd="6" destOrd="0" parTransId="{730DF0A3-B331-4134-AEAB-5C7F212D6668}" sibTransId="{53A1DEF2-18FE-4353-8E64-C5139BAE03AD}"/>
    <dgm:cxn modelId="{9B3D4C28-CCE6-45EA-A733-7E4459B1C4FF}" type="presOf" srcId="{45277CB7-41CF-4C78-831A-64E72BB48A54}" destId="{5067612F-BECE-4378-9753-6A239B292196}" srcOrd="0" destOrd="0" presId="urn:microsoft.com/office/officeart/2005/8/layout/radial1"/>
    <dgm:cxn modelId="{C3B1662C-B9BA-4C4B-9C99-BC768022749A}" srcId="{6C0426BF-EB93-4F7D-8128-AA8F392D4CB4}" destId="{45277CB7-41CF-4C78-831A-64E72BB48A54}" srcOrd="1" destOrd="0" parTransId="{06F6B733-9783-4F00-AB74-7518037EA449}" sibTransId="{6419CFB5-60DE-453F-B18F-0A95611ADC05}"/>
    <dgm:cxn modelId="{9B899B36-3A6A-460B-BDE5-4489F871F501}" type="presOf" srcId="{6B4E293B-A859-4291-84A0-81E2A0ACD596}" destId="{BEA950BD-EC7F-4FE5-B30A-BFB61AB59548}" srcOrd="1" destOrd="0" presId="urn:microsoft.com/office/officeart/2005/8/layout/radial1"/>
    <dgm:cxn modelId="{D8D38939-56DF-48CA-9647-90B11A57322F}" type="presOf" srcId="{22077917-5005-4B90-81D0-F88EB4A0FE0D}" destId="{8C275A81-D758-499C-9761-F9D4AFB7984A}" srcOrd="0" destOrd="0" presId="urn:microsoft.com/office/officeart/2005/8/layout/radial1"/>
    <dgm:cxn modelId="{0CCA3D3A-BC7F-4B83-BD60-C3B9B2533DE4}" type="presOf" srcId="{06F6B733-9783-4F00-AB74-7518037EA449}" destId="{9E84A03B-A4F2-47B4-A420-390824CC9F59}" srcOrd="0" destOrd="0" presId="urn:microsoft.com/office/officeart/2005/8/layout/radial1"/>
    <dgm:cxn modelId="{C853FF5D-7673-467E-940A-EEB7CFAC41B9}" type="presOf" srcId="{2F2EC482-B87C-44A0-8976-FCEA50DF7806}" destId="{9F5D8DB5-8CE9-419D-8A37-0D460431C6F7}" srcOrd="1" destOrd="0" presId="urn:microsoft.com/office/officeart/2005/8/layout/radial1"/>
    <dgm:cxn modelId="{34730E4A-52A7-445B-BA34-F65964DECCB4}" type="presOf" srcId="{0AD1758C-89EA-4CA8-8765-0F011064A516}" destId="{8217B910-0D16-46B3-9ABB-E538CEE392B4}" srcOrd="1" destOrd="0" presId="urn:microsoft.com/office/officeart/2005/8/layout/radial1"/>
    <dgm:cxn modelId="{D056874A-9228-49DE-9414-65E0D6615979}" srcId="{6C0426BF-EB93-4F7D-8128-AA8F392D4CB4}" destId="{22077917-5005-4B90-81D0-F88EB4A0FE0D}" srcOrd="7" destOrd="0" parTransId="{1C34F047-29F7-40B4-B430-3DA9BBBC848A}" sibTransId="{5A7A176A-CB63-42B8-A963-0C80B6D5D476}"/>
    <dgm:cxn modelId="{905E074B-949E-4E84-8457-4D66736BE153}" type="presOf" srcId="{84234B20-B032-4BB4-A2C3-1F41FFD7EF25}" destId="{C25DA76A-8F54-4071-AEAE-07E9C4CECFE4}" srcOrd="1" destOrd="0" presId="urn:microsoft.com/office/officeart/2005/8/layout/radial1"/>
    <dgm:cxn modelId="{A6776F6C-B227-4624-BDD6-F05FC0A1ACDB}" type="presOf" srcId="{2C23F524-9EFC-47AF-8E63-D7F9F627E0B0}" destId="{C6728755-37FC-46C0-8717-AB02BE553EBE}" srcOrd="0" destOrd="0" presId="urn:microsoft.com/office/officeart/2005/8/layout/radial1"/>
    <dgm:cxn modelId="{FAFA5C53-A8EF-4456-A482-F1143B9A4779}" type="presOf" srcId="{84234B20-B032-4BB4-A2C3-1F41FFD7EF25}" destId="{0FA100B3-3B31-4875-A045-7E450DE22FAC}" srcOrd="0" destOrd="0" presId="urn:microsoft.com/office/officeart/2005/8/layout/radial1"/>
    <dgm:cxn modelId="{11B54D53-276A-4C49-8693-538CBEBD3157}" type="presOf" srcId="{E92EB16E-3888-4821-BAF5-58447B40712F}" destId="{4DC35A02-1514-4DE6-922C-0F2B865BCD9B}" srcOrd="1" destOrd="0" presId="urn:microsoft.com/office/officeart/2005/8/layout/radial1"/>
    <dgm:cxn modelId="{26C90075-BBDD-495F-9065-8926F9635368}" type="presOf" srcId="{2386C6D8-42EF-4E10-9B1B-6D6DF640F860}" destId="{475F84D0-EC9B-41BD-97FB-4B4AEEBA8F39}" srcOrd="0" destOrd="0" presId="urn:microsoft.com/office/officeart/2005/8/layout/radial1"/>
    <dgm:cxn modelId="{E1D78E76-2A42-4601-9336-3F05FAB7DB1E}" type="presOf" srcId="{730DF0A3-B331-4134-AEAB-5C7F212D6668}" destId="{904F2708-7BF2-4085-809F-B41DE67D1F3F}" srcOrd="1" destOrd="0" presId="urn:microsoft.com/office/officeart/2005/8/layout/radial1"/>
    <dgm:cxn modelId="{523E1858-56ED-4C80-BE40-B4DAB2B90B37}" srcId="{6C0426BF-EB93-4F7D-8128-AA8F392D4CB4}" destId="{2386C6D8-42EF-4E10-9B1B-6D6DF640F860}" srcOrd="0" destOrd="0" parTransId="{6B4E293B-A859-4291-84A0-81E2A0ACD596}" sibTransId="{3FDE0E5A-2380-466A-9743-3F6F04B5DD53}"/>
    <dgm:cxn modelId="{78E9875A-2D39-4F47-9D9F-9A902D996157}" type="presOf" srcId="{2278D429-A262-4429-8CED-CCA2E6C731AD}" destId="{58A6B1FC-8AEA-402B-A7A4-8C13271E19CD}" srcOrd="0" destOrd="0" presId="urn:microsoft.com/office/officeart/2005/8/layout/radial1"/>
    <dgm:cxn modelId="{C91C4880-F8D9-42B6-A73F-FF46FE52D733}" type="presOf" srcId="{E7A671DA-32BF-4F2C-ACD9-437B74045F83}" destId="{F2376EC9-EA64-463B-A0B9-B0A1AFB09C36}" srcOrd="1" destOrd="0" presId="urn:microsoft.com/office/officeart/2005/8/layout/radial1"/>
    <dgm:cxn modelId="{E7E52B83-CE79-4B78-BCDF-5F74E6DB6D85}" type="presOf" srcId="{1C34F047-29F7-40B4-B430-3DA9BBBC848A}" destId="{934EA895-7CBF-4AAC-BF09-97A6D9F9929B}" srcOrd="0" destOrd="0" presId="urn:microsoft.com/office/officeart/2005/8/layout/radial1"/>
    <dgm:cxn modelId="{28829085-0EF0-4630-979E-1D0C19AE557B}" type="presOf" srcId="{CCD0AA2C-9285-45B5-9F9E-4CF9F239BD6F}" destId="{1E0A4302-A5C8-44A4-AB9D-2CB976D5BF61}" srcOrd="0" destOrd="0" presId="urn:microsoft.com/office/officeart/2005/8/layout/radial1"/>
    <dgm:cxn modelId="{6C69C085-8F43-4280-8E17-034610D2E967}" srcId="{2278D429-A262-4429-8CED-CCA2E6C731AD}" destId="{6C0426BF-EB93-4F7D-8128-AA8F392D4CB4}" srcOrd="0" destOrd="0" parTransId="{A9A2D760-B242-4183-8E46-B61D287CFCFD}" sibTransId="{658303AD-50D2-497F-B086-EB944B60F52C}"/>
    <dgm:cxn modelId="{7AF28A87-D222-4200-8DD0-29A317D43C84}" type="presOf" srcId="{6B21CE09-2952-4F95-9B74-BFB5295005CE}" destId="{B26A5FE7-BC7D-43EB-B487-8688F3E50D4E}" srcOrd="0" destOrd="0" presId="urn:microsoft.com/office/officeart/2005/8/layout/radial1"/>
    <dgm:cxn modelId="{F9BE788E-A5EC-4F9F-B78C-BD5FA22600E1}" srcId="{6C0426BF-EB93-4F7D-8128-AA8F392D4CB4}" destId="{6B21CE09-2952-4F95-9B74-BFB5295005CE}" srcOrd="3" destOrd="0" parTransId="{2C23F524-9EFC-47AF-8E63-D7F9F627E0B0}" sibTransId="{AC901C72-DA32-416E-8065-5512468D76C0}"/>
    <dgm:cxn modelId="{6278FE8E-1BBC-4ACC-A428-E09BE756F076}" type="presOf" srcId="{E7A671DA-32BF-4F2C-ACD9-437B74045F83}" destId="{F7788542-B2DE-4C9D-8682-59BA078D70B0}" srcOrd="0" destOrd="0" presId="urn:microsoft.com/office/officeart/2005/8/layout/radial1"/>
    <dgm:cxn modelId="{FC08CE95-3E80-4F38-B7D9-1E4901E03855}" type="presOf" srcId="{4892AACA-C5D8-4B43-BF47-4D4980BBC768}" destId="{E4021DB7-C10F-403F-B578-854D0501903C}" srcOrd="0" destOrd="0" presId="urn:microsoft.com/office/officeart/2005/8/layout/radial1"/>
    <dgm:cxn modelId="{E2D9DCA0-180F-484D-B543-1717D27B028F}" type="presOf" srcId="{6C0426BF-EB93-4F7D-8128-AA8F392D4CB4}" destId="{42A054F1-7504-4359-A244-AF0CB9E24A34}" srcOrd="0" destOrd="0" presId="urn:microsoft.com/office/officeart/2005/8/layout/radial1"/>
    <dgm:cxn modelId="{26793FA2-3A22-42E7-84FC-13D784119E39}" type="presOf" srcId="{06F6B733-9783-4F00-AB74-7518037EA449}" destId="{CDFCBFF7-F94D-4F3F-A5BF-8153312E1D24}" srcOrd="1" destOrd="0" presId="urn:microsoft.com/office/officeart/2005/8/layout/radial1"/>
    <dgm:cxn modelId="{25FB00AE-80E7-4079-99FD-8FCB38F9BFB7}" type="presOf" srcId="{C8E89D7A-7A0B-457C-9BF2-4A501C3FAA68}" destId="{13B610B7-B647-4680-A506-0D381AE4934E}" srcOrd="0" destOrd="0" presId="urn:microsoft.com/office/officeart/2005/8/layout/radial1"/>
    <dgm:cxn modelId="{25A707AE-3073-4244-A284-FAA8F34059A6}" srcId="{6C0426BF-EB93-4F7D-8128-AA8F392D4CB4}" destId="{4892AACA-C5D8-4B43-BF47-4D4980BBC768}" srcOrd="4" destOrd="0" parTransId="{2F2EC482-B87C-44A0-8976-FCEA50DF7806}" sibTransId="{95CBB5F0-88E3-4E9C-92C0-B6BB9D46AD5B}"/>
    <dgm:cxn modelId="{FBCD31AE-8732-4847-98CD-A5EBDF9B2FDD}" type="presOf" srcId="{D85C636C-8270-4BD4-8292-B8F734BF2048}" destId="{5E3D2FF7-35FA-495F-9959-57F9F88580AC}" srcOrd="0" destOrd="0" presId="urn:microsoft.com/office/officeart/2005/8/layout/radial1"/>
    <dgm:cxn modelId="{48B027AF-6D58-4E29-A20F-1724410A6954}" type="presOf" srcId="{2C23F524-9EFC-47AF-8E63-D7F9F627E0B0}" destId="{1363DF30-98A9-4DD9-AAAE-65FEED2A3E7F}" srcOrd="1" destOrd="0" presId="urn:microsoft.com/office/officeart/2005/8/layout/radial1"/>
    <dgm:cxn modelId="{2F61F7BA-2B49-4452-A1C8-1BE5F6D42DB3}" type="presOf" srcId="{9668E6BB-3CF7-4CC4-90A7-528B4FC682B7}" destId="{DE570529-74F8-41BE-841C-FDE7CBC028BB}" srcOrd="0" destOrd="0" presId="urn:microsoft.com/office/officeart/2005/8/layout/radial1"/>
    <dgm:cxn modelId="{FCAF0ABB-2361-4410-A404-D85BD6C6CA8A}" type="presOf" srcId="{6B4E293B-A859-4291-84A0-81E2A0ACD596}" destId="{651642BC-36E7-400F-92D5-5084C6841AFB}" srcOrd="0" destOrd="0" presId="urn:microsoft.com/office/officeart/2005/8/layout/radial1"/>
    <dgm:cxn modelId="{91CC38D5-7597-4604-BF19-AC4221B1E6D1}" srcId="{6C0426BF-EB93-4F7D-8128-AA8F392D4CB4}" destId="{C8E89D7A-7A0B-457C-9BF2-4A501C3FAA68}" srcOrd="2" destOrd="0" parTransId="{E7A671DA-32BF-4F2C-ACD9-437B74045F83}" sibTransId="{22419E5C-CFF2-4985-BC8E-1A41E233F3D3}"/>
    <dgm:cxn modelId="{1DE266D5-1572-439C-9C8C-0E3F535321D3}" type="presOf" srcId="{730DF0A3-B331-4134-AEAB-5C7F212D6668}" destId="{39ADFC0D-21EE-426E-9DC7-BA3D66FC4EA1}" srcOrd="0" destOrd="0" presId="urn:microsoft.com/office/officeart/2005/8/layout/radial1"/>
    <dgm:cxn modelId="{B4AB73DA-1962-4ADF-BA2B-D843E5806F9E}" type="presOf" srcId="{131CE0E8-31C2-4E57-9BE5-8E3FB4E18355}" destId="{F6011D6A-A04E-4544-9405-BAE60584EE7B}" srcOrd="0" destOrd="0" presId="urn:microsoft.com/office/officeart/2005/8/layout/radial1"/>
    <dgm:cxn modelId="{3EBC0DDC-BE36-4492-8F5C-23D979AB2102}" type="presOf" srcId="{2F2EC482-B87C-44A0-8976-FCEA50DF7806}" destId="{18E1B5BE-7B80-47D8-954A-DA662A120429}" srcOrd="0" destOrd="0" presId="urn:microsoft.com/office/officeart/2005/8/layout/radial1"/>
    <dgm:cxn modelId="{F5F138E3-62D5-415D-935A-3FF10C0D431D}" srcId="{6C0426BF-EB93-4F7D-8128-AA8F392D4CB4}" destId="{CCD0AA2C-9285-45B5-9F9E-4CF9F239BD6F}" srcOrd="5" destOrd="0" parTransId="{84234B20-B032-4BB4-A2C3-1F41FFD7EF25}" sibTransId="{055908B3-03B8-4B2C-887E-D3F3232EE770}"/>
    <dgm:cxn modelId="{16BAE5E3-D24A-46A6-9933-7C036FAAD86A}" type="presOf" srcId="{0AD1758C-89EA-4CA8-8765-0F011064A516}" destId="{CA16CEFF-5BA1-46F3-A06E-E1EB88A3E49F}" srcOrd="0" destOrd="0" presId="urn:microsoft.com/office/officeart/2005/8/layout/radial1"/>
    <dgm:cxn modelId="{9B6926F1-CF6C-4A32-8509-99FDF6979AF9}" type="presOf" srcId="{E92EB16E-3888-4821-BAF5-58447B40712F}" destId="{3DF2FDC3-29D0-4BE1-AEDD-09C6DDB4EB7A}" srcOrd="0" destOrd="0" presId="urn:microsoft.com/office/officeart/2005/8/layout/radial1"/>
    <dgm:cxn modelId="{213F4FF3-C3DB-4834-AEAB-02280BE07A64}" type="presOf" srcId="{1C34F047-29F7-40B4-B430-3DA9BBBC848A}" destId="{C719DF2B-DB20-485C-9AA8-043FFAAD6D4F}" srcOrd="1" destOrd="0" presId="urn:microsoft.com/office/officeart/2005/8/layout/radial1"/>
    <dgm:cxn modelId="{F27FB89D-7992-4C35-98F0-228AD7098CD7}" type="presParOf" srcId="{58A6B1FC-8AEA-402B-A7A4-8C13271E19CD}" destId="{42A054F1-7504-4359-A244-AF0CB9E24A34}" srcOrd="0" destOrd="0" presId="urn:microsoft.com/office/officeart/2005/8/layout/radial1"/>
    <dgm:cxn modelId="{5D9633B0-DC5F-49AA-8FFD-38F2DD2F6028}" type="presParOf" srcId="{58A6B1FC-8AEA-402B-A7A4-8C13271E19CD}" destId="{651642BC-36E7-400F-92D5-5084C6841AFB}" srcOrd="1" destOrd="0" presId="urn:microsoft.com/office/officeart/2005/8/layout/radial1"/>
    <dgm:cxn modelId="{7F72363A-369B-4020-9752-565BD038064E}" type="presParOf" srcId="{651642BC-36E7-400F-92D5-5084C6841AFB}" destId="{BEA950BD-EC7F-4FE5-B30A-BFB61AB59548}" srcOrd="0" destOrd="0" presId="urn:microsoft.com/office/officeart/2005/8/layout/radial1"/>
    <dgm:cxn modelId="{5C8D957E-9A64-4C8E-A7C6-0B5431406B1C}" type="presParOf" srcId="{58A6B1FC-8AEA-402B-A7A4-8C13271E19CD}" destId="{475F84D0-EC9B-41BD-97FB-4B4AEEBA8F39}" srcOrd="2" destOrd="0" presId="urn:microsoft.com/office/officeart/2005/8/layout/radial1"/>
    <dgm:cxn modelId="{4438E70D-D03A-4C38-BB80-FDBEDC57BBA1}" type="presParOf" srcId="{58A6B1FC-8AEA-402B-A7A4-8C13271E19CD}" destId="{9E84A03B-A4F2-47B4-A420-390824CC9F59}" srcOrd="3" destOrd="0" presId="urn:microsoft.com/office/officeart/2005/8/layout/radial1"/>
    <dgm:cxn modelId="{0B8402A0-D1D6-488D-A7EA-E95561EBA787}" type="presParOf" srcId="{9E84A03B-A4F2-47B4-A420-390824CC9F59}" destId="{CDFCBFF7-F94D-4F3F-A5BF-8153312E1D24}" srcOrd="0" destOrd="0" presId="urn:microsoft.com/office/officeart/2005/8/layout/radial1"/>
    <dgm:cxn modelId="{557F33A8-AF6D-4671-9846-103A8FF4CC1B}" type="presParOf" srcId="{58A6B1FC-8AEA-402B-A7A4-8C13271E19CD}" destId="{5067612F-BECE-4378-9753-6A239B292196}" srcOrd="4" destOrd="0" presId="urn:microsoft.com/office/officeart/2005/8/layout/radial1"/>
    <dgm:cxn modelId="{EF0A6238-515A-49F7-9D45-3E995A129794}" type="presParOf" srcId="{58A6B1FC-8AEA-402B-A7A4-8C13271E19CD}" destId="{F7788542-B2DE-4C9D-8682-59BA078D70B0}" srcOrd="5" destOrd="0" presId="urn:microsoft.com/office/officeart/2005/8/layout/radial1"/>
    <dgm:cxn modelId="{EB43F676-616A-49A8-9F45-FEB2ECA610D4}" type="presParOf" srcId="{F7788542-B2DE-4C9D-8682-59BA078D70B0}" destId="{F2376EC9-EA64-463B-A0B9-B0A1AFB09C36}" srcOrd="0" destOrd="0" presId="urn:microsoft.com/office/officeart/2005/8/layout/radial1"/>
    <dgm:cxn modelId="{206562C1-4AD4-452D-AEEF-970BCD92A793}" type="presParOf" srcId="{58A6B1FC-8AEA-402B-A7A4-8C13271E19CD}" destId="{13B610B7-B647-4680-A506-0D381AE4934E}" srcOrd="6" destOrd="0" presId="urn:microsoft.com/office/officeart/2005/8/layout/radial1"/>
    <dgm:cxn modelId="{FE2D8816-BD95-47DC-9556-C7249EEE2FF9}" type="presParOf" srcId="{58A6B1FC-8AEA-402B-A7A4-8C13271E19CD}" destId="{C6728755-37FC-46C0-8717-AB02BE553EBE}" srcOrd="7" destOrd="0" presId="urn:microsoft.com/office/officeart/2005/8/layout/radial1"/>
    <dgm:cxn modelId="{CA02612A-E848-4040-AB52-45E6E520588F}" type="presParOf" srcId="{C6728755-37FC-46C0-8717-AB02BE553EBE}" destId="{1363DF30-98A9-4DD9-AAAE-65FEED2A3E7F}" srcOrd="0" destOrd="0" presId="urn:microsoft.com/office/officeart/2005/8/layout/radial1"/>
    <dgm:cxn modelId="{C34AED94-9D56-43C6-8F54-E8ED124523EF}" type="presParOf" srcId="{58A6B1FC-8AEA-402B-A7A4-8C13271E19CD}" destId="{B26A5FE7-BC7D-43EB-B487-8688F3E50D4E}" srcOrd="8" destOrd="0" presId="urn:microsoft.com/office/officeart/2005/8/layout/radial1"/>
    <dgm:cxn modelId="{2B26479F-3634-45CD-A70B-26795B2ADE72}" type="presParOf" srcId="{58A6B1FC-8AEA-402B-A7A4-8C13271E19CD}" destId="{18E1B5BE-7B80-47D8-954A-DA662A120429}" srcOrd="9" destOrd="0" presId="urn:microsoft.com/office/officeart/2005/8/layout/radial1"/>
    <dgm:cxn modelId="{8E7F19C9-67AC-4620-BE5C-798C189C8FC0}" type="presParOf" srcId="{18E1B5BE-7B80-47D8-954A-DA662A120429}" destId="{9F5D8DB5-8CE9-419D-8A37-0D460431C6F7}" srcOrd="0" destOrd="0" presId="urn:microsoft.com/office/officeart/2005/8/layout/radial1"/>
    <dgm:cxn modelId="{F8472E8D-AE68-43AB-A61B-80C2F113D286}" type="presParOf" srcId="{58A6B1FC-8AEA-402B-A7A4-8C13271E19CD}" destId="{E4021DB7-C10F-403F-B578-854D0501903C}" srcOrd="10" destOrd="0" presId="urn:microsoft.com/office/officeart/2005/8/layout/radial1"/>
    <dgm:cxn modelId="{AC85D787-883A-4AA5-B927-C0DEAF9DDFF3}" type="presParOf" srcId="{58A6B1FC-8AEA-402B-A7A4-8C13271E19CD}" destId="{0FA100B3-3B31-4875-A045-7E450DE22FAC}" srcOrd="11" destOrd="0" presId="urn:microsoft.com/office/officeart/2005/8/layout/radial1"/>
    <dgm:cxn modelId="{800C2EE6-8970-4076-9D4C-0CFBB49C3EB9}" type="presParOf" srcId="{0FA100B3-3B31-4875-A045-7E450DE22FAC}" destId="{C25DA76A-8F54-4071-AEAE-07E9C4CECFE4}" srcOrd="0" destOrd="0" presId="urn:microsoft.com/office/officeart/2005/8/layout/radial1"/>
    <dgm:cxn modelId="{75285BBE-E759-461A-9543-BBE58A4716AC}" type="presParOf" srcId="{58A6B1FC-8AEA-402B-A7A4-8C13271E19CD}" destId="{1E0A4302-A5C8-44A4-AB9D-2CB976D5BF61}" srcOrd="12" destOrd="0" presId="urn:microsoft.com/office/officeart/2005/8/layout/radial1"/>
    <dgm:cxn modelId="{73729783-16B3-4AF5-9DCB-7927C454971D}" type="presParOf" srcId="{58A6B1FC-8AEA-402B-A7A4-8C13271E19CD}" destId="{39ADFC0D-21EE-426E-9DC7-BA3D66FC4EA1}" srcOrd="13" destOrd="0" presId="urn:microsoft.com/office/officeart/2005/8/layout/radial1"/>
    <dgm:cxn modelId="{41A07DBB-DCFE-4925-BED1-5709710B48B9}" type="presParOf" srcId="{39ADFC0D-21EE-426E-9DC7-BA3D66FC4EA1}" destId="{904F2708-7BF2-4085-809F-B41DE67D1F3F}" srcOrd="0" destOrd="0" presId="urn:microsoft.com/office/officeart/2005/8/layout/radial1"/>
    <dgm:cxn modelId="{35A80411-E499-493F-B483-EF0B7215D689}" type="presParOf" srcId="{58A6B1FC-8AEA-402B-A7A4-8C13271E19CD}" destId="{F6011D6A-A04E-4544-9405-BAE60584EE7B}" srcOrd="14" destOrd="0" presId="urn:microsoft.com/office/officeart/2005/8/layout/radial1"/>
    <dgm:cxn modelId="{6FF6E574-74C5-4EDF-9944-9416446E1AB8}" type="presParOf" srcId="{58A6B1FC-8AEA-402B-A7A4-8C13271E19CD}" destId="{934EA895-7CBF-4AAC-BF09-97A6D9F9929B}" srcOrd="15" destOrd="0" presId="urn:microsoft.com/office/officeart/2005/8/layout/radial1"/>
    <dgm:cxn modelId="{179A817B-6681-46FE-B954-E99AA4568FDA}" type="presParOf" srcId="{934EA895-7CBF-4AAC-BF09-97A6D9F9929B}" destId="{C719DF2B-DB20-485C-9AA8-043FFAAD6D4F}" srcOrd="0" destOrd="0" presId="urn:microsoft.com/office/officeart/2005/8/layout/radial1"/>
    <dgm:cxn modelId="{D4FFDF7E-5A03-4F3A-9C2D-FDC9E415E451}" type="presParOf" srcId="{58A6B1FC-8AEA-402B-A7A4-8C13271E19CD}" destId="{8C275A81-D758-499C-9761-F9D4AFB7984A}" srcOrd="16" destOrd="0" presId="urn:microsoft.com/office/officeart/2005/8/layout/radial1"/>
    <dgm:cxn modelId="{EBF00C8F-529E-450E-AEFB-741E22BC4965}" type="presParOf" srcId="{58A6B1FC-8AEA-402B-A7A4-8C13271E19CD}" destId="{CA16CEFF-5BA1-46F3-A06E-E1EB88A3E49F}" srcOrd="17" destOrd="0" presId="urn:microsoft.com/office/officeart/2005/8/layout/radial1"/>
    <dgm:cxn modelId="{CADD425E-A687-4AFE-AE54-CB40CAB897EA}" type="presParOf" srcId="{CA16CEFF-5BA1-46F3-A06E-E1EB88A3E49F}" destId="{8217B910-0D16-46B3-9ABB-E538CEE392B4}" srcOrd="0" destOrd="0" presId="urn:microsoft.com/office/officeart/2005/8/layout/radial1"/>
    <dgm:cxn modelId="{2ECC5355-616A-4609-B906-428ABB6183C4}" type="presParOf" srcId="{58A6B1FC-8AEA-402B-A7A4-8C13271E19CD}" destId="{5E3D2FF7-35FA-495F-9959-57F9F88580AC}" srcOrd="18" destOrd="0" presId="urn:microsoft.com/office/officeart/2005/8/layout/radial1"/>
    <dgm:cxn modelId="{6ACD248C-072F-4951-893C-7C1D472197F1}" type="presParOf" srcId="{58A6B1FC-8AEA-402B-A7A4-8C13271E19CD}" destId="{3DF2FDC3-29D0-4BE1-AEDD-09C6DDB4EB7A}" srcOrd="19" destOrd="0" presId="urn:microsoft.com/office/officeart/2005/8/layout/radial1"/>
    <dgm:cxn modelId="{D434168D-260C-4BEA-83B4-1F43CB844BDE}" type="presParOf" srcId="{3DF2FDC3-29D0-4BE1-AEDD-09C6DDB4EB7A}" destId="{4DC35A02-1514-4DE6-922C-0F2B865BCD9B}" srcOrd="0" destOrd="0" presId="urn:microsoft.com/office/officeart/2005/8/layout/radial1"/>
    <dgm:cxn modelId="{03283BBA-A116-48E6-8FCC-9C12C8452491}" type="presParOf" srcId="{58A6B1FC-8AEA-402B-A7A4-8C13271E19CD}" destId="{DE570529-74F8-41BE-841C-FDE7CBC028BB}" srcOrd="2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CE9060B-244D-4FBA-BAEB-94D5C776562C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B4E246F-492A-4BF8-8E01-DB196C61BA83}">
      <dgm:prSet phldrT="[Text]" phldr="0" custT="1"/>
      <dgm:spPr/>
      <dgm:t>
        <a:bodyPr/>
        <a:lstStyle/>
        <a:p>
          <a:r>
            <a:rPr lang="en-US" sz="1600" b="1" dirty="0"/>
            <a:t>1. Discovery</a:t>
          </a:r>
          <a:br>
            <a:rPr lang="en-US" sz="1600" dirty="0"/>
          </a:br>
          <a:r>
            <a:rPr lang="en-US" sz="1050" dirty="0">
              <a:solidFill>
                <a:srgbClr val="FAF4AC"/>
              </a:solidFill>
            </a:rPr>
            <a:t>On-site workshops; signed-off specs and backlog</a:t>
          </a:r>
          <a:br>
            <a:rPr lang="en-US" sz="1050" dirty="0">
              <a:solidFill>
                <a:srgbClr val="FAF4AC"/>
              </a:solidFill>
            </a:rPr>
          </a:br>
          <a:r>
            <a:rPr lang="en-US" sz="1050" dirty="0">
              <a:solidFill>
                <a:srgbClr val="FAF4AC"/>
              </a:solidFill>
            </a:rPr>
            <a:t>D-01 - 02</a:t>
          </a:r>
          <a:endParaRPr lang="en-US" sz="1600" dirty="0">
            <a:solidFill>
              <a:srgbClr val="FAF4AC"/>
            </a:solidFill>
          </a:endParaRPr>
        </a:p>
      </dgm:t>
    </dgm:pt>
    <dgm:pt modelId="{4557769C-E519-4C93-ACB8-C3D522C5D3FC}" type="parTrans" cxnId="{2170458D-20C3-40E6-A15D-661C891E585D}">
      <dgm:prSet/>
      <dgm:spPr/>
      <dgm:t>
        <a:bodyPr/>
        <a:lstStyle/>
        <a:p>
          <a:endParaRPr lang="en-US"/>
        </a:p>
      </dgm:t>
    </dgm:pt>
    <dgm:pt modelId="{65701C1C-ED24-4D5D-8654-84F8626D4081}" type="sibTrans" cxnId="{2170458D-20C3-40E6-A15D-661C891E585D}">
      <dgm:prSet/>
      <dgm:spPr/>
      <dgm:t>
        <a:bodyPr/>
        <a:lstStyle/>
        <a:p>
          <a:endParaRPr lang="en-US"/>
        </a:p>
      </dgm:t>
    </dgm:pt>
    <dgm:pt modelId="{00752744-33DC-479C-9AFD-019EFEE6D2E2}">
      <dgm:prSet phldrT="[Text]" phldr="0" custT="1"/>
      <dgm:spPr/>
      <dgm:t>
        <a:bodyPr/>
        <a:lstStyle/>
        <a:p>
          <a:r>
            <a:rPr lang="en-US" sz="1600" b="1" dirty="0"/>
            <a:t>2. Build &amp; SIT</a:t>
          </a:r>
          <a:br>
            <a:rPr lang="en-US" sz="1600" dirty="0"/>
          </a:br>
          <a:r>
            <a:rPr lang="en-US" sz="1050" dirty="0">
              <a:solidFill>
                <a:srgbClr val="FAF4AC"/>
              </a:solidFill>
            </a:rPr>
            <a:t>FOO deploys to dev; evidence-based testing</a:t>
          </a:r>
          <a:br>
            <a:rPr lang="en-US" sz="1050" dirty="0">
              <a:solidFill>
                <a:srgbClr val="FAF4AC"/>
              </a:solidFill>
            </a:rPr>
          </a:br>
          <a:r>
            <a:rPr lang="en-US" sz="1050" dirty="0">
              <a:solidFill>
                <a:srgbClr val="FAF4AC"/>
              </a:solidFill>
            </a:rPr>
            <a:t>D-03 - 08</a:t>
          </a:r>
          <a:endParaRPr lang="en-US" sz="1600" dirty="0">
            <a:solidFill>
              <a:srgbClr val="FAF4AC"/>
            </a:solidFill>
          </a:endParaRPr>
        </a:p>
      </dgm:t>
    </dgm:pt>
    <dgm:pt modelId="{8FF6C09A-0A9E-4252-82B8-495902DA8D20}" type="parTrans" cxnId="{C5175C67-9111-4DE8-8A71-20EE495F4D3B}">
      <dgm:prSet/>
      <dgm:spPr/>
      <dgm:t>
        <a:bodyPr/>
        <a:lstStyle/>
        <a:p>
          <a:endParaRPr lang="en-US"/>
        </a:p>
      </dgm:t>
    </dgm:pt>
    <dgm:pt modelId="{5B498B4C-D755-458D-B056-3CFE9B634E9A}" type="sibTrans" cxnId="{C5175C67-9111-4DE8-8A71-20EE495F4D3B}">
      <dgm:prSet/>
      <dgm:spPr/>
      <dgm:t>
        <a:bodyPr/>
        <a:lstStyle/>
        <a:p>
          <a:endParaRPr lang="en-US"/>
        </a:p>
      </dgm:t>
    </dgm:pt>
    <dgm:pt modelId="{29221A42-F17D-4ADB-8C6D-EEF94686DC31}">
      <dgm:prSet phldrT="[Text]" phldr="0" custT="1"/>
      <dgm:spPr/>
      <dgm:t>
        <a:bodyPr/>
        <a:lstStyle/>
        <a:p>
          <a:r>
            <a:rPr lang="en-US" sz="1600" b="1" dirty="0"/>
            <a:t>3. UAT &amp; Gates</a:t>
          </a:r>
          <a:br>
            <a:rPr lang="en-US" sz="1600" dirty="0"/>
          </a:br>
          <a:r>
            <a:rPr lang="en-US" sz="1050" dirty="0">
              <a:solidFill>
                <a:srgbClr val="FAF4AC"/>
              </a:solidFill>
            </a:rPr>
            <a:t>Bede sigh-off; performance, </a:t>
          </a:r>
          <a:r>
            <a:rPr lang="en-US" sz="1050" dirty="0" err="1">
              <a:solidFill>
                <a:srgbClr val="FAF4AC"/>
              </a:solidFill>
            </a:rPr>
            <a:t>pentest</a:t>
          </a:r>
          <a:r>
            <a:rPr lang="en-US" sz="1050" dirty="0">
              <a:solidFill>
                <a:srgbClr val="FAF4AC"/>
              </a:solidFill>
            </a:rPr>
            <a:t>, DR tests</a:t>
          </a:r>
          <a:br>
            <a:rPr lang="en-US" sz="1050" dirty="0">
              <a:solidFill>
                <a:srgbClr val="FAF4AC"/>
              </a:solidFill>
            </a:rPr>
          </a:br>
          <a:r>
            <a:rPr lang="en-US" sz="1050" dirty="0">
              <a:solidFill>
                <a:srgbClr val="FAF4AC"/>
              </a:solidFill>
            </a:rPr>
            <a:t>D-09 - 10</a:t>
          </a:r>
        </a:p>
      </dgm:t>
    </dgm:pt>
    <dgm:pt modelId="{A207532A-E03B-4FDC-BE17-5E25C2B7D3DF}" type="parTrans" cxnId="{CC28A225-6CBF-4E9E-A0DD-65810B60CFC3}">
      <dgm:prSet/>
      <dgm:spPr/>
      <dgm:t>
        <a:bodyPr/>
        <a:lstStyle/>
        <a:p>
          <a:endParaRPr lang="en-US"/>
        </a:p>
      </dgm:t>
    </dgm:pt>
    <dgm:pt modelId="{33B4AEAD-085A-4569-8DF5-5BA3ADFB4136}" type="sibTrans" cxnId="{CC28A225-6CBF-4E9E-A0DD-65810B60CFC3}">
      <dgm:prSet/>
      <dgm:spPr/>
      <dgm:t>
        <a:bodyPr/>
        <a:lstStyle/>
        <a:p>
          <a:endParaRPr lang="en-US"/>
        </a:p>
      </dgm:t>
    </dgm:pt>
    <dgm:pt modelId="{25E7A9D2-A2C4-4061-879C-328D82725364}">
      <dgm:prSet phldrT="[Text]" phldr="0" custT="1"/>
      <dgm:spPr/>
      <dgm:t>
        <a:bodyPr/>
        <a:lstStyle/>
        <a:p>
          <a:r>
            <a:rPr lang="en-US" sz="1600" b="1" dirty="0"/>
            <a:t>4. Migrate &amp; Go-live</a:t>
          </a:r>
          <a:br>
            <a:rPr lang="en-US" sz="1600" dirty="0"/>
          </a:br>
          <a:r>
            <a:rPr lang="en-US" sz="1050" dirty="0">
              <a:solidFill>
                <a:srgbClr val="FAF4AC"/>
              </a:solidFill>
            </a:rPr>
            <a:t>Simulated cut-overs; &lt; 2h downtime</a:t>
          </a:r>
          <a:br>
            <a:rPr lang="en-US" sz="1050" dirty="0">
              <a:solidFill>
                <a:srgbClr val="FAF4AC"/>
              </a:solidFill>
            </a:rPr>
          </a:br>
          <a:r>
            <a:rPr lang="en-US" sz="1050" dirty="0">
              <a:solidFill>
                <a:srgbClr val="FAF4AC"/>
              </a:solidFill>
            </a:rPr>
            <a:t>M-01 - 08</a:t>
          </a:r>
          <a:endParaRPr lang="en-US" sz="1600" dirty="0">
            <a:solidFill>
              <a:srgbClr val="FAF4AC"/>
            </a:solidFill>
          </a:endParaRPr>
        </a:p>
      </dgm:t>
    </dgm:pt>
    <dgm:pt modelId="{EC9DF7C6-4641-455F-BA62-E45E11E5A2B8}" type="parTrans" cxnId="{4EA92640-FA7C-438F-981D-70331645CC92}">
      <dgm:prSet/>
      <dgm:spPr/>
      <dgm:t>
        <a:bodyPr/>
        <a:lstStyle/>
        <a:p>
          <a:endParaRPr lang="en-US"/>
        </a:p>
      </dgm:t>
    </dgm:pt>
    <dgm:pt modelId="{A4B6005C-5053-4CA6-BA47-46D4893D0B51}" type="sibTrans" cxnId="{4EA92640-FA7C-438F-981D-70331645CC92}">
      <dgm:prSet/>
      <dgm:spPr/>
      <dgm:t>
        <a:bodyPr/>
        <a:lstStyle/>
        <a:p>
          <a:endParaRPr lang="en-US"/>
        </a:p>
      </dgm:t>
    </dgm:pt>
    <dgm:pt modelId="{B08C2FBD-77DE-417E-8415-CB4AE6A21C89}">
      <dgm:prSet phldrT="[Text]" phldr="0" custT="1"/>
      <dgm:spPr/>
      <dgm:t>
        <a:bodyPr/>
        <a:lstStyle/>
        <a:p>
          <a:r>
            <a:rPr lang="en-US" sz="1600" b="1" dirty="0"/>
            <a:t>5. Hypercare &amp; Run</a:t>
          </a:r>
          <a:br>
            <a:rPr lang="en-US" sz="1600" dirty="0"/>
          </a:br>
          <a:r>
            <a:rPr lang="en-US" sz="1050" dirty="0">
              <a:solidFill>
                <a:srgbClr val="FAF4AC"/>
              </a:solidFill>
            </a:rPr>
            <a:t>On-ground, warranty, 24x7 support</a:t>
          </a:r>
          <a:br>
            <a:rPr lang="en-US" sz="1050" dirty="0">
              <a:solidFill>
                <a:srgbClr val="FAF4AC"/>
              </a:solidFill>
            </a:rPr>
          </a:br>
          <a:r>
            <a:rPr lang="en-US" sz="1050" dirty="0">
              <a:solidFill>
                <a:srgbClr val="FAF4AC"/>
              </a:solidFill>
            </a:rPr>
            <a:t>S-01 - 07</a:t>
          </a:r>
          <a:endParaRPr lang="en-US" sz="1600" dirty="0">
            <a:solidFill>
              <a:srgbClr val="FAF4AC"/>
            </a:solidFill>
          </a:endParaRPr>
        </a:p>
      </dgm:t>
    </dgm:pt>
    <dgm:pt modelId="{378C3EAC-9ED5-4A0D-A9B8-ED8D3906E97F}" type="parTrans" cxnId="{25936406-E5B8-4EE4-8D8B-38794C75A61F}">
      <dgm:prSet/>
      <dgm:spPr/>
      <dgm:t>
        <a:bodyPr/>
        <a:lstStyle/>
        <a:p>
          <a:endParaRPr lang="en-US"/>
        </a:p>
      </dgm:t>
    </dgm:pt>
    <dgm:pt modelId="{A4476126-BA54-474C-8257-24A0D14C2AEB}" type="sibTrans" cxnId="{25936406-E5B8-4EE4-8D8B-38794C75A61F}">
      <dgm:prSet/>
      <dgm:spPr/>
      <dgm:t>
        <a:bodyPr/>
        <a:lstStyle/>
        <a:p>
          <a:endParaRPr lang="en-US"/>
        </a:p>
      </dgm:t>
    </dgm:pt>
    <dgm:pt modelId="{517758F5-DE13-40CF-A344-0EBD049F9903}" type="pres">
      <dgm:prSet presAssocID="{ECE9060B-244D-4FBA-BAEB-94D5C776562C}" presName="Name0" presStyleCnt="0">
        <dgm:presLayoutVars>
          <dgm:dir/>
          <dgm:resizeHandles val="exact"/>
        </dgm:presLayoutVars>
      </dgm:prSet>
      <dgm:spPr/>
    </dgm:pt>
    <dgm:pt modelId="{47F10127-80DB-488A-8AEA-3FB6AF266742}" type="pres">
      <dgm:prSet presAssocID="{DB4E246F-492A-4BF8-8E01-DB196C61BA83}" presName="node" presStyleLbl="node1" presStyleIdx="0" presStyleCnt="5">
        <dgm:presLayoutVars>
          <dgm:bulletEnabled val="1"/>
        </dgm:presLayoutVars>
      </dgm:prSet>
      <dgm:spPr/>
    </dgm:pt>
    <dgm:pt modelId="{BD9B10AA-C2A1-4842-82A4-F1ED57AA3EDF}" type="pres">
      <dgm:prSet presAssocID="{65701C1C-ED24-4D5D-8654-84F8626D4081}" presName="sibTrans" presStyleLbl="sibTrans2D1" presStyleIdx="0" presStyleCnt="4"/>
      <dgm:spPr/>
    </dgm:pt>
    <dgm:pt modelId="{88C0F637-498F-4046-801B-D72884914CCA}" type="pres">
      <dgm:prSet presAssocID="{65701C1C-ED24-4D5D-8654-84F8626D4081}" presName="connectorText" presStyleLbl="sibTrans2D1" presStyleIdx="0" presStyleCnt="4"/>
      <dgm:spPr/>
    </dgm:pt>
    <dgm:pt modelId="{96B24397-7842-4BA6-9D54-344372000912}" type="pres">
      <dgm:prSet presAssocID="{00752744-33DC-479C-9AFD-019EFEE6D2E2}" presName="node" presStyleLbl="node1" presStyleIdx="1" presStyleCnt="5">
        <dgm:presLayoutVars>
          <dgm:bulletEnabled val="1"/>
        </dgm:presLayoutVars>
      </dgm:prSet>
      <dgm:spPr/>
    </dgm:pt>
    <dgm:pt modelId="{B7E29923-4FD9-4E90-A9D3-13563B6C9E65}" type="pres">
      <dgm:prSet presAssocID="{5B498B4C-D755-458D-B056-3CFE9B634E9A}" presName="sibTrans" presStyleLbl="sibTrans2D1" presStyleIdx="1" presStyleCnt="4"/>
      <dgm:spPr/>
    </dgm:pt>
    <dgm:pt modelId="{A07C86E0-5125-4871-9A23-4BD3D0765246}" type="pres">
      <dgm:prSet presAssocID="{5B498B4C-D755-458D-B056-3CFE9B634E9A}" presName="connectorText" presStyleLbl="sibTrans2D1" presStyleIdx="1" presStyleCnt="4"/>
      <dgm:spPr/>
    </dgm:pt>
    <dgm:pt modelId="{285765AF-214E-496D-8695-7E6CABC6FBE9}" type="pres">
      <dgm:prSet presAssocID="{29221A42-F17D-4ADB-8C6D-EEF94686DC31}" presName="node" presStyleLbl="node1" presStyleIdx="2" presStyleCnt="5">
        <dgm:presLayoutVars>
          <dgm:bulletEnabled val="1"/>
        </dgm:presLayoutVars>
      </dgm:prSet>
      <dgm:spPr/>
    </dgm:pt>
    <dgm:pt modelId="{53A2883E-8E9A-48D9-AD45-B9B82D4617C7}" type="pres">
      <dgm:prSet presAssocID="{33B4AEAD-085A-4569-8DF5-5BA3ADFB4136}" presName="sibTrans" presStyleLbl="sibTrans2D1" presStyleIdx="2" presStyleCnt="4"/>
      <dgm:spPr/>
    </dgm:pt>
    <dgm:pt modelId="{9DCF7DEB-EC41-449D-8C98-1D1F29770F9A}" type="pres">
      <dgm:prSet presAssocID="{33B4AEAD-085A-4569-8DF5-5BA3ADFB4136}" presName="connectorText" presStyleLbl="sibTrans2D1" presStyleIdx="2" presStyleCnt="4"/>
      <dgm:spPr/>
    </dgm:pt>
    <dgm:pt modelId="{57846A7A-634F-486F-BBEC-A8D8268CEF68}" type="pres">
      <dgm:prSet presAssocID="{25E7A9D2-A2C4-4061-879C-328D82725364}" presName="node" presStyleLbl="node1" presStyleIdx="3" presStyleCnt="5">
        <dgm:presLayoutVars>
          <dgm:bulletEnabled val="1"/>
        </dgm:presLayoutVars>
      </dgm:prSet>
      <dgm:spPr/>
    </dgm:pt>
    <dgm:pt modelId="{D13F4DD8-B5B0-42A2-878C-AE4390E8178B}" type="pres">
      <dgm:prSet presAssocID="{A4B6005C-5053-4CA6-BA47-46D4893D0B51}" presName="sibTrans" presStyleLbl="sibTrans2D1" presStyleIdx="3" presStyleCnt="4"/>
      <dgm:spPr/>
    </dgm:pt>
    <dgm:pt modelId="{43B61737-00D9-4B1A-ADA7-414AB7A537CD}" type="pres">
      <dgm:prSet presAssocID="{A4B6005C-5053-4CA6-BA47-46D4893D0B51}" presName="connectorText" presStyleLbl="sibTrans2D1" presStyleIdx="3" presStyleCnt="4"/>
      <dgm:spPr/>
    </dgm:pt>
    <dgm:pt modelId="{99EA7E94-FA8B-434E-8974-63AEF8624430}" type="pres">
      <dgm:prSet presAssocID="{B08C2FBD-77DE-417E-8415-CB4AE6A21C89}" presName="node" presStyleLbl="node1" presStyleIdx="4" presStyleCnt="5">
        <dgm:presLayoutVars>
          <dgm:bulletEnabled val="1"/>
        </dgm:presLayoutVars>
      </dgm:prSet>
      <dgm:spPr/>
    </dgm:pt>
  </dgm:ptLst>
  <dgm:cxnLst>
    <dgm:cxn modelId="{25936406-E5B8-4EE4-8D8B-38794C75A61F}" srcId="{ECE9060B-244D-4FBA-BAEB-94D5C776562C}" destId="{B08C2FBD-77DE-417E-8415-CB4AE6A21C89}" srcOrd="4" destOrd="0" parTransId="{378C3EAC-9ED5-4A0D-A9B8-ED8D3906E97F}" sibTransId="{A4476126-BA54-474C-8257-24A0D14C2AEB}"/>
    <dgm:cxn modelId="{2A0ACF16-D4AE-4954-A90B-AD93067D4937}" type="presOf" srcId="{65701C1C-ED24-4D5D-8654-84F8626D4081}" destId="{BD9B10AA-C2A1-4842-82A4-F1ED57AA3EDF}" srcOrd="0" destOrd="0" presId="urn:microsoft.com/office/officeart/2005/8/layout/process1"/>
    <dgm:cxn modelId="{A13A5F1C-B365-41F9-A426-074D39BAEEB0}" type="presOf" srcId="{65701C1C-ED24-4D5D-8654-84F8626D4081}" destId="{88C0F637-498F-4046-801B-D72884914CCA}" srcOrd="1" destOrd="0" presId="urn:microsoft.com/office/officeart/2005/8/layout/process1"/>
    <dgm:cxn modelId="{CC28A225-6CBF-4E9E-A0DD-65810B60CFC3}" srcId="{ECE9060B-244D-4FBA-BAEB-94D5C776562C}" destId="{29221A42-F17D-4ADB-8C6D-EEF94686DC31}" srcOrd="2" destOrd="0" parTransId="{A207532A-E03B-4FDC-BE17-5E25C2B7D3DF}" sibTransId="{33B4AEAD-085A-4569-8DF5-5BA3ADFB4136}"/>
    <dgm:cxn modelId="{E717712E-0B1A-4E9F-8A5F-A60CB0BE9B9A}" type="presOf" srcId="{DB4E246F-492A-4BF8-8E01-DB196C61BA83}" destId="{47F10127-80DB-488A-8AEA-3FB6AF266742}" srcOrd="0" destOrd="0" presId="urn:microsoft.com/office/officeart/2005/8/layout/process1"/>
    <dgm:cxn modelId="{E596B836-0117-4A6A-8B33-52B94279BE60}" type="presOf" srcId="{ECE9060B-244D-4FBA-BAEB-94D5C776562C}" destId="{517758F5-DE13-40CF-A344-0EBD049F9903}" srcOrd="0" destOrd="0" presId="urn:microsoft.com/office/officeart/2005/8/layout/process1"/>
    <dgm:cxn modelId="{74ED6639-FC10-4480-B11B-FA0FEBAF9660}" type="presOf" srcId="{5B498B4C-D755-458D-B056-3CFE9B634E9A}" destId="{A07C86E0-5125-4871-9A23-4BD3D0765246}" srcOrd="1" destOrd="0" presId="urn:microsoft.com/office/officeart/2005/8/layout/process1"/>
    <dgm:cxn modelId="{8B7E213B-0B86-4EFE-BE61-CC8C11035DA2}" type="presOf" srcId="{00752744-33DC-479C-9AFD-019EFEE6D2E2}" destId="{96B24397-7842-4BA6-9D54-344372000912}" srcOrd="0" destOrd="0" presId="urn:microsoft.com/office/officeart/2005/8/layout/process1"/>
    <dgm:cxn modelId="{4EA92640-FA7C-438F-981D-70331645CC92}" srcId="{ECE9060B-244D-4FBA-BAEB-94D5C776562C}" destId="{25E7A9D2-A2C4-4061-879C-328D82725364}" srcOrd="3" destOrd="0" parTransId="{EC9DF7C6-4641-455F-BA62-E45E11E5A2B8}" sibTransId="{A4B6005C-5053-4CA6-BA47-46D4893D0B51}"/>
    <dgm:cxn modelId="{AA90595B-AD1F-491B-9F1A-0386AB6380A0}" type="presOf" srcId="{33B4AEAD-085A-4569-8DF5-5BA3ADFB4136}" destId="{9DCF7DEB-EC41-449D-8C98-1D1F29770F9A}" srcOrd="1" destOrd="0" presId="urn:microsoft.com/office/officeart/2005/8/layout/process1"/>
    <dgm:cxn modelId="{C5175C67-9111-4DE8-8A71-20EE495F4D3B}" srcId="{ECE9060B-244D-4FBA-BAEB-94D5C776562C}" destId="{00752744-33DC-479C-9AFD-019EFEE6D2E2}" srcOrd="1" destOrd="0" parTransId="{8FF6C09A-0A9E-4252-82B8-495902DA8D20}" sibTransId="{5B498B4C-D755-458D-B056-3CFE9B634E9A}"/>
    <dgm:cxn modelId="{A803D15A-5A61-4090-971A-14BE6C866C27}" type="presOf" srcId="{29221A42-F17D-4ADB-8C6D-EEF94686DC31}" destId="{285765AF-214E-496D-8695-7E6CABC6FBE9}" srcOrd="0" destOrd="0" presId="urn:microsoft.com/office/officeart/2005/8/layout/process1"/>
    <dgm:cxn modelId="{2170458D-20C3-40E6-A15D-661C891E585D}" srcId="{ECE9060B-244D-4FBA-BAEB-94D5C776562C}" destId="{DB4E246F-492A-4BF8-8E01-DB196C61BA83}" srcOrd="0" destOrd="0" parTransId="{4557769C-E519-4C93-ACB8-C3D522C5D3FC}" sibTransId="{65701C1C-ED24-4D5D-8654-84F8626D4081}"/>
    <dgm:cxn modelId="{45B2B793-17F3-4A99-A47D-EFAF0682EE8C}" type="presOf" srcId="{25E7A9D2-A2C4-4061-879C-328D82725364}" destId="{57846A7A-634F-486F-BBEC-A8D8268CEF68}" srcOrd="0" destOrd="0" presId="urn:microsoft.com/office/officeart/2005/8/layout/process1"/>
    <dgm:cxn modelId="{F25236A8-C60C-494C-95FA-E6796BCA1F24}" type="presOf" srcId="{B08C2FBD-77DE-417E-8415-CB4AE6A21C89}" destId="{99EA7E94-FA8B-434E-8974-63AEF8624430}" srcOrd="0" destOrd="0" presId="urn:microsoft.com/office/officeart/2005/8/layout/process1"/>
    <dgm:cxn modelId="{D8501AB5-C8BC-4BE2-A20B-4C60F355FF78}" type="presOf" srcId="{33B4AEAD-085A-4569-8DF5-5BA3ADFB4136}" destId="{53A2883E-8E9A-48D9-AD45-B9B82D4617C7}" srcOrd="0" destOrd="0" presId="urn:microsoft.com/office/officeart/2005/8/layout/process1"/>
    <dgm:cxn modelId="{10FC9CE0-5173-4DD6-B980-63D22B8C1411}" type="presOf" srcId="{A4B6005C-5053-4CA6-BA47-46D4893D0B51}" destId="{43B61737-00D9-4B1A-ADA7-414AB7A537CD}" srcOrd="1" destOrd="0" presId="urn:microsoft.com/office/officeart/2005/8/layout/process1"/>
    <dgm:cxn modelId="{29C3D0E5-D4D7-4262-8DBF-60B8003B3409}" type="presOf" srcId="{A4B6005C-5053-4CA6-BA47-46D4893D0B51}" destId="{D13F4DD8-B5B0-42A2-878C-AE4390E8178B}" srcOrd="0" destOrd="0" presId="urn:microsoft.com/office/officeart/2005/8/layout/process1"/>
    <dgm:cxn modelId="{586AF3FF-5B86-4E4A-B97D-2C2B0D524F52}" type="presOf" srcId="{5B498B4C-D755-458D-B056-3CFE9B634E9A}" destId="{B7E29923-4FD9-4E90-A9D3-13563B6C9E65}" srcOrd="0" destOrd="0" presId="urn:microsoft.com/office/officeart/2005/8/layout/process1"/>
    <dgm:cxn modelId="{E58833A8-8AB0-4552-BF2A-9F0F5CE0B00F}" type="presParOf" srcId="{517758F5-DE13-40CF-A344-0EBD049F9903}" destId="{47F10127-80DB-488A-8AEA-3FB6AF266742}" srcOrd="0" destOrd="0" presId="urn:microsoft.com/office/officeart/2005/8/layout/process1"/>
    <dgm:cxn modelId="{5E7389E8-BDE8-431C-8298-B766179CD1C6}" type="presParOf" srcId="{517758F5-DE13-40CF-A344-0EBD049F9903}" destId="{BD9B10AA-C2A1-4842-82A4-F1ED57AA3EDF}" srcOrd="1" destOrd="0" presId="urn:microsoft.com/office/officeart/2005/8/layout/process1"/>
    <dgm:cxn modelId="{6D841ADE-A01F-4DC2-B80E-F7B0A880631E}" type="presParOf" srcId="{BD9B10AA-C2A1-4842-82A4-F1ED57AA3EDF}" destId="{88C0F637-498F-4046-801B-D72884914CCA}" srcOrd="0" destOrd="0" presId="urn:microsoft.com/office/officeart/2005/8/layout/process1"/>
    <dgm:cxn modelId="{D4BD15E8-8545-4A30-9648-68B54F7EBC6F}" type="presParOf" srcId="{517758F5-DE13-40CF-A344-0EBD049F9903}" destId="{96B24397-7842-4BA6-9D54-344372000912}" srcOrd="2" destOrd="0" presId="urn:microsoft.com/office/officeart/2005/8/layout/process1"/>
    <dgm:cxn modelId="{C758CC9D-8E9D-4393-B3E2-50C68A7E5093}" type="presParOf" srcId="{517758F5-DE13-40CF-A344-0EBD049F9903}" destId="{B7E29923-4FD9-4E90-A9D3-13563B6C9E65}" srcOrd="3" destOrd="0" presId="urn:microsoft.com/office/officeart/2005/8/layout/process1"/>
    <dgm:cxn modelId="{C4F458D5-A282-41AB-8579-C4AAE817D1F4}" type="presParOf" srcId="{B7E29923-4FD9-4E90-A9D3-13563B6C9E65}" destId="{A07C86E0-5125-4871-9A23-4BD3D0765246}" srcOrd="0" destOrd="0" presId="urn:microsoft.com/office/officeart/2005/8/layout/process1"/>
    <dgm:cxn modelId="{3B72E815-5F65-4A38-8749-73CDABBB8396}" type="presParOf" srcId="{517758F5-DE13-40CF-A344-0EBD049F9903}" destId="{285765AF-214E-496D-8695-7E6CABC6FBE9}" srcOrd="4" destOrd="0" presId="urn:microsoft.com/office/officeart/2005/8/layout/process1"/>
    <dgm:cxn modelId="{BCF62C59-F237-4140-AC0E-401CE9EA268C}" type="presParOf" srcId="{517758F5-DE13-40CF-A344-0EBD049F9903}" destId="{53A2883E-8E9A-48D9-AD45-B9B82D4617C7}" srcOrd="5" destOrd="0" presId="urn:microsoft.com/office/officeart/2005/8/layout/process1"/>
    <dgm:cxn modelId="{24C28672-7CE4-49EB-A7E4-3C2C70696F9C}" type="presParOf" srcId="{53A2883E-8E9A-48D9-AD45-B9B82D4617C7}" destId="{9DCF7DEB-EC41-449D-8C98-1D1F29770F9A}" srcOrd="0" destOrd="0" presId="urn:microsoft.com/office/officeart/2005/8/layout/process1"/>
    <dgm:cxn modelId="{106AA906-0736-447C-9031-8EDFB858448B}" type="presParOf" srcId="{517758F5-DE13-40CF-A344-0EBD049F9903}" destId="{57846A7A-634F-486F-BBEC-A8D8268CEF68}" srcOrd="6" destOrd="0" presId="urn:microsoft.com/office/officeart/2005/8/layout/process1"/>
    <dgm:cxn modelId="{D5EE1100-DFF9-4060-838D-1F8779CD081D}" type="presParOf" srcId="{517758F5-DE13-40CF-A344-0EBD049F9903}" destId="{D13F4DD8-B5B0-42A2-878C-AE4390E8178B}" srcOrd="7" destOrd="0" presId="urn:microsoft.com/office/officeart/2005/8/layout/process1"/>
    <dgm:cxn modelId="{4DAB7D00-65E8-4D93-B33B-93910788330B}" type="presParOf" srcId="{D13F4DD8-B5B0-42A2-878C-AE4390E8178B}" destId="{43B61737-00D9-4B1A-ADA7-414AB7A537CD}" srcOrd="0" destOrd="0" presId="urn:microsoft.com/office/officeart/2005/8/layout/process1"/>
    <dgm:cxn modelId="{26D0FE71-7FA7-4C11-9A66-D5E33468DA34}" type="presParOf" srcId="{517758F5-DE13-40CF-A344-0EBD049F9903}" destId="{99EA7E94-FA8B-434E-8974-63AEF8624430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CE9060B-244D-4FBA-BAEB-94D5C776562C}" type="doc">
      <dgm:prSet loTypeId="urn:microsoft.com/office/officeart/2005/8/layout/process1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DB4E246F-492A-4BF8-8E01-DB196C61BA83}">
      <dgm:prSet phldrT="[Text]" phldr="0" custT="1"/>
      <dgm:spPr/>
      <dgm:t>
        <a:bodyPr/>
        <a:lstStyle/>
        <a:p>
          <a:r>
            <a:rPr lang="en-US" sz="1600" b="1" dirty="0"/>
            <a:t>Steering Committee</a:t>
          </a:r>
          <a:br>
            <a:rPr lang="en-US" sz="1600" dirty="0"/>
          </a:br>
          <a:r>
            <a:rPr lang="en-US" sz="1050" dirty="0"/>
            <a:t>Monthly, executive sponsor, Head of IT, Foo Account </a:t>
          </a:r>
          <a:r>
            <a:rPr lang="en-US" sz="1050" dirty="0" err="1"/>
            <a:t>Mgr</a:t>
          </a:r>
          <a:br>
            <a:rPr lang="en-US" sz="1050" dirty="0"/>
          </a:br>
          <a:r>
            <a:rPr lang="en-US" sz="1050" dirty="0"/>
            <a:t>G-01</a:t>
          </a:r>
          <a:endParaRPr lang="en-US" sz="1600" dirty="0"/>
        </a:p>
      </dgm:t>
    </dgm:pt>
    <dgm:pt modelId="{4557769C-E519-4C93-ACB8-C3D522C5D3FC}" type="parTrans" cxnId="{2170458D-20C3-40E6-A15D-661C891E585D}">
      <dgm:prSet/>
      <dgm:spPr/>
      <dgm:t>
        <a:bodyPr/>
        <a:lstStyle/>
        <a:p>
          <a:endParaRPr lang="en-US"/>
        </a:p>
      </dgm:t>
    </dgm:pt>
    <dgm:pt modelId="{65701C1C-ED24-4D5D-8654-84F8626D4081}" type="sibTrans" cxnId="{2170458D-20C3-40E6-A15D-661C891E585D}">
      <dgm:prSet/>
      <dgm:spPr/>
      <dgm:t>
        <a:bodyPr/>
        <a:lstStyle/>
        <a:p>
          <a:endParaRPr lang="en-US"/>
        </a:p>
      </dgm:t>
    </dgm:pt>
    <dgm:pt modelId="{00752744-33DC-479C-9AFD-019EFEE6D2E2}">
      <dgm:prSet phldrT="[Text]" phldr="0" custT="1"/>
      <dgm:spPr/>
      <dgm:t>
        <a:bodyPr/>
        <a:lstStyle/>
        <a:p>
          <a:r>
            <a:rPr lang="en-US" sz="1600" b="1"/>
            <a:t>Weekly Status</a:t>
          </a:r>
          <a:br>
            <a:rPr lang="en-US" sz="1600"/>
          </a:br>
          <a:r>
            <a:rPr lang="en-US" sz="1050"/>
            <a:t>PM; decisions register</a:t>
          </a:r>
          <a:br>
            <a:rPr lang="en-US" sz="1050"/>
          </a:br>
          <a:r>
            <a:rPr lang="en-US" sz="1050"/>
            <a:t>G-02 - 04</a:t>
          </a:r>
          <a:endParaRPr lang="en-US" sz="1600" dirty="0"/>
        </a:p>
      </dgm:t>
    </dgm:pt>
    <dgm:pt modelId="{8FF6C09A-0A9E-4252-82B8-495902DA8D20}" type="parTrans" cxnId="{C5175C67-9111-4DE8-8A71-20EE495F4D3B}">
      <dgm:prSet/>
      <dgm:spPr/>
      <dgm:t>
        <a:bodyPr/>
        <a:lstStyle/>
        <a:p>
          <a:endParaRPr lang="en-US"/>
        </a:p>
      </dgm:t>
    </dgm:pt>
    <dgm:pt modelId="{5B498B4C-D755-458D-B056-3CFE9B634E9A}" type="sibTrans" cxnId="{C5175C67-9111-4DE8-8A71-20EE495F4D3B}">
      <dgm:prSet/>
      <dgm:spPr/>
      <dgm:t>
        <a:bodyPr/>
        <a:lstStyle/>
        <a:p>
          <a:endParaRPr lang="en-US"/>
        </a:p>
      </dgm:t>
    </dgm:pt>
    <dgm:pt modelId="{29221A42-F17D-4ADB-8C6D-EEF94686DC31}">
      <dgm:prSet phldrT="[Text]" phldr="0" custT="1"/>
      <dgm:spPr/>
      <dgm:t>
        <a:bodyPr/>
        <a:lstStyle/>
        <a:p>
          <a:r>
            <a:rPr lang="en-US" sz="1600" b="1"/>
            <a:t>Change Control</a:t>
          </a:r>
          <a:br>
            <a:rPr lang="en-US" sz="1600"/>
          </a:br>
          <a:r>
            <a:rPr lang="en-US" sz="1050"/>
            <a:t>Written Change Requests; agreed Rate</a:t>
          </a:r>
          <a:br>
            <a:rPr lang="en-US" sz="1050"/>
          </a:br>
          <a:r>
            <a:rPr lang="en-US" sz="1050"/>
            <a:t>C-05</a:t>
          </a:r>
          <a:endParaRPr lang="en-US" sz="1050" dirty="0"/>
        </a:p>
      </dgm:t>
    </dgm:pt>
    <dgm:pt modelId="{A207532A-E03B-4FDC-BE17-5E25C2B7D3DF}" type="parTrans" cxnId="{CC28A225-6CBF-4E9E-A0DD-65810B60CFC3}">
      <dgm:prSet/>
      <dgm:spPr/>
      <dgm:t>
        <a:bodyPr/>
        <a:lstStyle/>
        <a:p>
          <a:endParaRPr lang="en-US"/>
        </a:p>
      </dgm:t>
    </dgm:pt>
    <dgm:pt modelId="{33B4AEAD-085A-4569-8DF5-5BA3ADFB4136}" type="sibTrans" cxnId="{CC28A225-6CBF-4E9E-A0DD-65810B60CFC3}">
      <dgm:prSet/>
      <dgm:spPr/>
      <dgm:t>
        <a:bodyPr/>
        <a:lstStyle/>
        <a:p>
          <a:endParaRPr lang="en-US"/>
        </a:p>
      </dgm:t>
    </dgm:pt>
    <dgm:pt modelId="{517758F5-DE13-40CF-A344-0EBD049F9903}" type="pres">
      <dgm:prSet presAssocID="{ECE9060B-244D-4FBA-BAEB-94D5C776562C}" presName="Name0" presStyleCnt="0">
        <dgm:presLayoutVars>
          <dgm:dir/>
          <dgm:resizeHandles val="exact"/>
        </dgm:presLayoutVars>
      </dgm:prSet>
      <dgm:spPr/>
    </dgm:pt>
    <dgm:pt modelId="{47F10127-80DB-488A-8AEA-3FB6AF266742}" type="pres">
      <dgm:prSet presAssocID="{DB4E246F-492A-4BF8-8E01-DB196C61BA83}" presName="node" presStyleLbl="node1" presStyleIdx="0" presStyleCnt="3">
        <dgm:presLayoutVars>
          <dgm:bulletEnabled val="1"/>
        </dgm:presLayoutVars>
      </dgm:prSet>
      <dgm:spPr/>
    </dgm:pt>
    <dgm:pt modelId="{BD9B10AA-C2A1-4842-82A4-F1ED57AA3EDF}" type="pres">
      <dgm:prSet presAssocID="{65701C1C-ED24-4D5D-8654-84F8626D4081}" presName="sibTrans" presStyleLbl="sibTrans2D1" presStyleIdx="0" presStyleCnt="2"/>
      <dgm:spPr/>
    </dgm:pt>
    <dgm:pt modelId="{88C0F637-498F-4046-801B-D72884914CCA}" type="pres">
      <dgm:prSet presAssocID="{65701C1C-ED24-4D5D-8654-84F8626D4081}" presName="connectorText" presStyleLbl="sibTrans2D1" presStyleIdx="0" presStyleCnt="2"/>
      <dgm:spPr/>
    </dgm:pt>
    <dgm:pt modelId="{96B24397-7842-4BA6-9D54-344372000912}" type="pres">
      <dgm:prSet presAssocID="{00752744-33DC-479C-9AFD-019EFEE6D2E2}" presName="node" presStyleLbl="node1" presStyleIdx="1" presStyleCnt="3">
        <dgm:presLayoutVars>
          <dgm:bulletEnabled val="1"/>
        </dgm:presLayoutVars>
      </dgm:prSet>
      <dgm:spPr/>
    </dgm:pt>
    <dgm:pt modelId="{B7E29923-4FD9-4E90-A9D3-13563B6C9E65}" type="pres">
      <dgm:prSet presAssocID="{5B498B4C-D755-458D-B056-3CFE9B634E9A}" presName="sibTrans" presStyleLbl="sibTrans2D1" presStyleIdx="1" presStyleCnt="2"/>
      <dgm:spPr/>
    </dgm:pt>
    <dgm:pt modelId="{A07C86E0-5125-4871-9A23-4BD3D0765246}" type="pres">
      <dgm:prSet presAssocID="{5B498B4C-D755-458D-B056-3CFE9B634E9A}" presName="connectorText" presStyleLbl="sibTrans2D1" presStyleIdx="1" presStyleCnt="2"/>
      <dgm:spPr/>
    </dgm:pt>
    <dgm:pt modelId="{285765AF-214E-496D-8695-7E6CABC6FBE9}" type="pres">
      <dgm:prSet presAssocID="{29221A42-F17D-4ADB-8C6D-EEF94686DC31}" presName="node" presStyleLbl="node1" presStyleIdx="2" presStyleCnt="3">
        <dgm:presLayoutVars>
          <dgm:bulletEnabled val="1"/>
        </dgm:presLayoutVars>
      </dgm:prSet>
      <dgm:spPr/>
    </dgm:pt>
  </dgm:ptLst>
  <dgm:cxnLst>
    <dgm:cxn modelId="{2A0ACF16-D4AE-4954-A90B-AD93067D4937}" type="presOf" srcId="{65701C1C-ED24-4D5D-8654-84F8626D4081}" destId="{BD9B10AA-C2A1-4842-82A4-F1ED57AA3EDF}" srcOrd="0" destOrd="0" presId="urn:microsoft.com/office/officeart/2005/8/layout/process1"/>
    <dgm:cxn modelId="{A13A5F1C-B365-41F9-A426-074D39BAEEB0}" type="presOf" srcId="{65701C1C-ED24-4D5D-8654-84F8626D4081}" destId="{88C0F637-498F-4046-801B-D72884914CCA}" srcOrd="1" destOrd="0" presId="urn:microsoft.com/office/officeart/2005/8/layout/process1"/>
    <dgm:cxn modelId="{CC28A225-6CBF-4E9E-A0DD-65810B60CFC3}" srcId="{ECE9060B-244D-4FBA-BAEB-94D5C776562C}" destId="{29221A42-F17D-4ADB-8C6D-EEF94686DC31}" srcOrd="2" destOrd="0" parTransId="{A207532A-E03B-4FDC-BE17-5E25C2B7D3DF}" sibTransId="{33B4AEAD-085A-4569-8DF5-5BA3ADFB4136}"/>
    <dgm:cxn modelId="{E717712E-0B1A-4E9F-8A5F-A60CB0BE9B9A}" type="presOf" srcId="{DB4E246F-492A-4BF8-8E01-DB196C61BA83}" destId="{47F10127-80DB-488A-8AEA-3FB6AF266742}" srcOrd="0" destOrd="0" presId="urn:microsoft.com/office/officeart/2005/8/layout/process1"/>
    <dgm:cxn modelId="{E596B836-0117-4A6A-8B33-52B94279BE60}" type="presOf" srcId="{ECE9060B-244D-4FBA-BAEB-94D5C776562C}" destId="{517758F5-DE13-40CF-A344-0EBD049F9903}" srcOrd="0" destOrd="0" presId="urn:microsoft.com/office/officeart/2005/8/layout/process1"/>
    <dgm:cxn modelId="{74ED6639-FC10-4480-B11B-FA0FEBAF9660}" type="presOf" srcId="{5B498B4C-D755-458D-B056-3CFE9B634E9A}" destId="{A07C86E0-5125-4871-9A23-4BD3D0765246}" srcOrd="1" destOrd="0" presId="urn:microsoft.com/office/officeart/2005/8/layout/process1"/>
    <dgm:cxn modelId="{8B7E213B-0B86-4EFE-BE61-CC8C11035DA2}" type="presOf" srcId="{00752744-33DC-479C-9AFD-019EFEE6D2E2}" destId="{96B24397-7842-4BA6-9D54-344372000912}" srcOrd="0" destOrd="0" presId="urn:microsoft.com/office/officeart/2005/8/layout/process1"/>
    <dgm:cxn modelId="{C5175C67-9111-4DE8-8A71-20EE495F4D3B}" srcId="{ECE9060B-244D-4FBA-BAEB-94D5C776562C}" destId="{00752744-33DC-479C-9AFD-019EFEE6D2E2}" srcOrd="1" destOrd="0" parTransId="{8FF6C09A-0A9E-4252-82B8-495902DA8D20}" sibTransId="{5B498B4C-D755-458D-B056-3CFE9B634E9A}"/>
    <dgm:cxn modelId="{A803D15A-5A61-4090-971A-14BE6C866C27}" type="presOf" srcId="{29221A42-F17D-4ADB-8C6D-EEF94686DC31}" destId="{285765AF-214E-496D-8695-7E6CABC6FBE9}" srcOrd="0" destOrd="0" presId="urn:microsoft.com/office/officeart/2005/8/layout/process1"/>
    <dgm:cxn modelId="{2170458D-20C3-40E6-A15D-661C891E585D}" srcId="{ECE9060B-244D-4FBA-BAEB-94D5C776562C}" destId="{DB4E246F-492A-4BF8-8E01-DB196C61BA83}" srcOrd="0" destOrd="0" parTransId="{4557769C-E519-4C93-ACB8-C3D522C5D3FC}" sibTransId="{65701C1C-ED24-4D5D-8654-84F8626D4081}"/>
    <dgm:cxn modelId="{586AF3FF-5B86-4E4A-B97D-2C2B0D524F52}" type="presOf" srcId="{5B498B4C-D755-458D-B056-3CFE9B634E9A}" destId="{B7E29923-4FD9-4E90-A9D3-13563B6C9E65}" srcOrd="0" destOrd="0" presId="urn:microsoft.com/office/officeart/2005/8/layout/process1"/>
    <dgm:cxn modelId="{E58833A8-8AB0-4552-BF2A-9F0F5CE0B00F}" type="presParOf" srcId="{517758F5-DE13-40CF-A344-0EBD049F9903}" destId="{47F10127-80DB-488A-8AEA-3FB6AF266742}" srcOrd="0" destOrd="0" presId="urn:microsoft.com/office/officeart/2005/8/layout/process1"/>
    <dgm:cxn modelId="{5E7389E8-BDE8-431C-8298-B766179CD1C6}" type="presParOf" srcId="{517758F5-DE13-40CF-A344-0EBD049F9903}" destId="{BD9B10AA-C2A1-4842-82A4-F1ED57AA3EDF}" srcOrd="1" destOrd="0" presId="urn:microsoft.com/office/officeart/2005/8/layout/process1"/>
    <dgm:cxn modelId="{6D841ADE-A01F-4DC2-B80E-F7B0A880631E}" type="presParOf" srcId="{BD9B10AA-C2A1-4842-82A4-F1ED57AA3EDF}" destId="{88C0F637-498F-4046-801B-D72884914CCA}" srcOrd="0" destOrd="0" presId="urn:microsoft.com/office/officeart/2005/8/layout/process1"/>
    <dgm:cxn modelId="{D4BD15E8-8545-4A30-9648-68B54F7EBC6F}" type="presParOf" srcId="{517758F5-DE13-40CF-A344-0EBD049F9903}" destId="{96B24397-7842-4BA6-9D54-344372000912}" srcOrd="2" destOrd="0" presId="urn:microsoft.com/office/officeart/2005/8/layout/process1"/>
    <dgm:cxn modelId="{C758CC9D-8E9D-4393-B3E2-50C68A7E5093}" type="presParOf" srcId="{517758F5-DE13-40CF-A344-0EBD049F9903}" destId="{B7E29923-4FD9-4E90-A9D3-13563B6C9E65}" srcOrd="3" destOrd="0" presId="urn:microsoft.com/office/officeart/2005/8/layout/process1"/>
    <dgm:cxn modelId="{C4F458D5-A282-41AB-8579-C4AAE817D1F4}" type="presParOf" srcId="{B7E29923-4FD9-4E90-A9D3-13563B6C9E65}" destId="{A07C86E0-5125-4871-9A23-4BD3D0765246}" srcOrd="0" destOrd="0" presId="urn:microsoft.com/office/officeart/2005/8/layout/process1"/>
    <dgm:cxn modelId="{3B72E815-5F65-4A38-8749-73CDABBB8396}" type="presParOf" srcId="{517758F5-DE13-40CF-A344-0EBD049F9903}" destId="{285765AF-214E-496D-8695-7E6CABC6FBE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309F45C-DA48-4BDE-8A63-A33D36D32559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6A20B01-1807-4B1C-8A8E-C31F903EA76C}">
      <dgm:prSet custT="1"/>
      <dgm:spPr/>
      <dgm:t>
        <a:bodyPr/>
        <a:lstStyle/>
        <a:p>
          <a:pPr algn="l"/>
          <a:r>
            <a:rPr lang="en-US" sz="3600" dirty="0"/>
            <a:t>99.9%</a:t>
          </a:r>
          <a:br>
            <a:rPr lang="en-US" sz="1400" dirty="0"/>
          </a:br>
          <a:r>
            <a:rPr lang="en-US" sz="1600" b="1" dirty="0">
              <a:solidFill>
                <a:srgbClr val="FFFF00"/>
              </a:solidFill>
            </a:rPr>
            <a:t>Availability</a:t>
          </a:r>
          <a:br>
            <a:rPr lang="en-US" sz="1400" dirty="0"/>
          </a:br>
          <a:r>
            <a:rPr lang="en-US" sz="1400" dirty="0"/>
            <a:t>RTO 1h, RPO 15 min, multi-AZ in Ireland, multi-Region</a:t>
          </a:r>
          <a:br>
            <a:rPr lang="en-US" sz="1400" dirty="0"/>
          </a:br>
          <a:br>
            <a:rPr lang="en-US" sz="1400" dirty="0"/>
          </a:br>
          <a:r>
            <a:rPr lang="en-US" sz="1100" dirty="0">
              <a:solidFill>
                <a:schemeClr val="tx2">
                  <a:lumMod val="10000"/>
                  <a:lumOff val="90000"/>
                </a:schemeClr>
              </a:solidFill>
            </a:rPr>
            <a:t>NFR-01 – 05</a:t>
          </a:r>
        </a:p>
      </dgm:t>
    </dgm:pt>
    <dgm:pt modelId="{C1C1D534-556D-4595-84CD-900D26FC373E}" type="parTrans" cxnId="{9977C917-F2F5-45AA-A765-841698D656C8}">
      <dgm:prSet/>
      <dgm:spPr/>
      <dgm:t>
        <a:bodyPr/>
        <a:lstStyle/>
        <a:p>
          <a:pPr algn="l"/>
          <a:endParaRPr lang="en-US" sz="1600"/>
        </a:p>
      </dgm:t>
    </dgm:pt>
    <dgm:pt modelId="{08D937DB-735D-42F3-8163-B4040405E95C}" type="sibTrans" cxnId="{9977C917-F2F5-45AA-A765-841698D656C8}">
      <dgm:prSet/>
      <dgm:spPr/>
      <dgm:t>
        <a:bodyPr/>
        <a:lstStyle/>
        <a:p>
          <a:pPr algn="l"/>
          <a:endParaRPr lang="en-US" sz="1600"/>
        </a:p>
      </dgm:t>
    </dgm:pt>
    <dgm:pt modelId="{E1FB851A-4F37-4791-A528-F983D29D45F0}">
      <dgm:prSet custT="1"/>
      <dgm:spPr/>
      <dgm:t>
        <a:bodyPr/>
        <a:lstStyle/>
        <a:p>
          <a:pPr algn="l"/>
          <a:r>
            <a:rPr lang="en-US" sz="3600" dirty="0"/>
            <a:t>Zero</a:t>
          </a:r>
          <a:br>
            <a:rPr lang="en-US" sz="1400" dirty="0"/>
          </a:br>
          <a:r>
            <a:rPr lang="en-US" sz="1600" b="1" dirty="0">
              <a:solidFill>
                <a:srgbClr val="FFFF00"/>
              </a:solidFill>
            </a:rPr>
            <a:t>Downtime Releases</a:t>
          </a:r>
          <a:br>
            <a:rPr lang="en-US" sz="1400" dirty="0"/>
          </a:br>
          <a:r>
            <a:rPr lang="en-US" sz="1400" dirty="0"/>
            <a:t>Tested rollback on every deployment</a:t>
          </a:r>
          <a:br>
            <a:rPr lang="en-US" sz="1400" dirty="0"/>
          </a:br>
          <a:br>
            <a:rPr lang="en-US" sz="1400" dirty="0"/>
          </a:br>
          <a:br>
            <a:rPr lang="en-US" sz="1400" dirty="0"/>
          </a:br>
          <a:r>
            <a:rPr lang="en-US" sz="1100" dirty="0">
              <a:solidFill>
                <a:schemeClr val="tx2">
                  <a:lumMod val="10000"/>
                  <a:lumOff val="90000"/>
                </a:schemeClr>
              </a:solidFill>
            </a:rPr>
            <a:t>NFR-20 – 21</a:t>
          </a:r>
        </a:p>
      </dgm:t>
    </dgm:pt>
    <dgm:pt modelId="{CE7AE958-E424-4A65-A3C7-F4C5B0FCB905}" type="parTrans" cxnId="{22E97E85-D349-4357-8334-3D98698C5586}">
      <dgm:prSet/>
      <dgm:spPr/>
      <dgm:t>
        <a:bodyPr/>
        <a:lstStyle/>
        <a:p>
          <a:pPr algn="l"/>
          <a:endParaRPr lang="en-US" sz="1600"/>
        </a:p>
      </dgm:t>
    </dgm:pt>
    <dgm:pt modelId="{CD7A5F7F-E5E3-405B-A601-BA3630813B60}" type="sibTrans" cxnId="{22E97E85-D349-4357-8334-3D98698C5586}">
      <dgm:prSet/>
      <dgm:spPr/>
      <dgm:t>
        <a:bodyPr/>
        <a:lstStyle/>
        <a:p>
          <a:pPr algn="l"/>
          <a:endParaRPr lang="en-US" sz="1600"/>
        </a:p>
      </dgm:t>
    </dgm:pt>
    <dgm:pt modelId="{C71EC183-728F-40C7-9B65-0B9853E5C05F}">
      <dgm:prSet custT="1"/>
      <dgm:spPr/>
      <dgm:t>
        <a:bodyPr/>
        <a:lstStyle/>
        <a:p>
          <a:pPr algn="l"/>
          <a:r>
            <a:rPr lang="en-US" sz="3600" dirty="0"/>
            <a:t>&lt; 2 hours</a:t>
          </a:r>
          <a:br>
            <a:rPr lang="en-US" sz="1400" dirty="0"/>
          </a:br>
          <a:r>
            <a:rPr lang="en-US" sz="1600" b="1" dirty="0">
              <a:solidFill>
                <a:srgbClr val="FFFF00"/>
              </a:solidFill>
            </a:rPr>
            <a:t>Cut-over Downtime</a:t>
          </a:r>
          <a:br>
            <a:rPr lang="en-US" sz="1400" dirty="0"/>
          </a:br>
          <a:r>
            <a:rPr lang="en-US" sz="1400" dirty="0"/>
            <a:t>Rehearsed simulations before go-live</a:t>
          </a:r>
          <a:br>
            <a:rPr lang="en-US" sz="1400" dirty="0"/>
          </a:br>
          <a:br>
            <a:rPr lang="en-US" sz="1400" dirty="0"/>
          </a:br>
          <a:br>
            <a:rPr lang="en-US" sz="1400" dirty="0"/>
          </a:br>
          <a:r>
            <a:rPr lang="en-US" sz="1100" dirty="0">
              <a:solidFill>
                <a:schemeClr val="tx2">
                  <a:lumMod val="10000"/>
                  <a:lumOff val="90000"/>
                </a:schemeClr>
              </a:solidFill>
            </a:rPr>
            <a:t>M-05 – 07</a:t>
          </a:r>
        </a:p>
      </dgm:t>
    </dgm:pt>
    <dgm:pt modelId="{C172D5C4-19D0-4789-885D-97AFD964C1AC}" type="parTrans" cxnId="{D349A129-127A-4B96-8DF6-115BDE01F362}">
      <dgm:prSet/>
      <dgm:spPr/>
      <dgm:t>
        <a:bodyPr/>
        <a:lstStyle/>
        <a:p>
          <a:pPr algn="l"/>
          <a:endParaRPr lang="en-US" sz="1600"/>
        </a:p>
      </dgm:t>
    </dgm:pt>
    <dgm:pt modelId="{4F0969E1-432C-4E13-9B0B-3F2137471D27}" type="sibTrans" cxnId="{D349A129-127A-4B96-8DF6-115BDE01F362}">
      <dgm:prSet/>
      <dgm:spPr/>
      <dgm:t>
        <a:bodyPr/>
        <a:lstStyle/>
        <a:p>
          <a:pPr algn="l"/>
          <a:endParaRPr lang="en-US" sz="1600"/>
        </a:p>
      </dgm:t>
    </dgm:pt>
    <dgm:pt modelId="{28A28518-C9BF-485E-AD33-C443F4B0303F}">
      <dgm:prSet custT="1"/>
      <dgm:spPr/>
      <dgm:t>
        <a:bodyPr/>
        <a:lstStyle/>
        <a:p>
          <a:pPr algn="l"/>
          <a:r>
            <a:rPr lang="en-US" sz="3600" dirty="0"/>
            <a:t>24x7</a:t>
          </a:r>
          <a:br>
            <a:rPr lang="en-US" sz="1400" dirty="0"/>
          </a:br>
          <a:r>
            <a:rPr lang="en-US" sz="1600" b="1" dirty="0">
              <a:solidFill>
                <a:srgbClr val="FFFF00"/>
              </a:solidFill>
            </a:rPr>
            <a:t>Support</a:t>
          </a:r>
          <a:br>
            <a:rPr lang="en-US" sz="1400" dirty="0"/>
          </a:br>
          <a:r>
            <a:rPr lang="en-US" sz="1400" dirty="0"/>
            <a:t>Severity-1 response 15 mins, resolution 2 hours</a:t>
          </a:r>
          <a:br>
            <a:rPr lang="en-US" sz="1400" dirty="0"/>
          </a:br>
          <a:br>
            <a:rPr lang="en-US" sz="1400" dirty="0"/>
          </a:br>
          <a:r>
            <a:rPr lang="en-US" sz="1100" dirty="0">
              <a:solidFill>
                <a:schemeClr val="tx2">
                  <a:lumMod val="10000"/>
                  <a:lumOff val="90000"/>
                </a:schemeClr>
              </a:solidFill>
            </a:rPr>
            <a:t>S-03 – 04</a:t>
          </a:r>
        </a:p>
      </dgm:t>
    </dgm:pt>
    <dgm:pt modelId="{8950CA09-1418-427A-94F9-3B2742DAF11E}" type="parTrans" cxnId="{2AA8F34A-AC69-4725-85A8-8CF78EA942FB}">
      <dgm:prSet/>
      <dgm:spPr/>
      <dgm:t>
        <a:bodyPr/>
        <a:lstStyle/>
        <a:p>
          <a:pPr algn="l"/>
          <a:endParaRPr lang="en-US" sz="1600"/>
        </a:p>
      </dgm:t>
    </dgm:pt>
    <dgm:pt modelId="{65DECB5A-877C-49FF-93BD-A13986E65C2A}" type="sibTrans" cxnId="{2AA8F34A-AC69-4725-85A8-8CF78EA942FB}">
      <dgm:prSet/>
      <dgm:spPr/>
      <dgm:t>
        <a:bodyPr/>
        <a:lstStyle/>
        <a:p>
          <a:pPr algn="l"/>
          <a:endParaRPr lang="en-US" sz="1600"/>
        </a:p>
      </dgm:t>
    </dgm:pt>
    <dgm:pt modelId="{8E6B7ACE-3DAE-40C9-BC81-E9E31F04EBA6}">
      <dgm:prSet custT="1"/>
      <dgm:spPr/>
      <dgm:t>
        <a:bodyPr/>
        <a:lstStyle/>
        <a:p>
          <a:pPr algn="l"/>
          <a:r>
            <a:rPr lang="en-US" sz="3600" dirty="0"/>
            <a:t>Monthly</a:t>
          </a:r>
          <a:br>
            <a:rPr lang="en-US" sz="1400" dirty="0"/>
          </a:br>
          <a:r>
            <a:rPr lang="en-US" sz="1600" b="1" dirty="0">
              <a:solidFill>
                <a:srgbClr val="FFFF00"/>
              </a:solidFill>
            </a:rPr>
            <a:t>Security Release</a:t>
          </a:r>
          <a:br>
            <a:rPr lang="en-US" sz="1400" dirty="0"/>
          </a:br>
          <a:r>
            <a:rPr lang="en-US" sz="1400" dirty="0"/>
            <a:t>Vulnerability report; Critical fixed in 72h</a:t>
          </a:r>
          <a:br>
            <a:rPr lang="en-US" sz="1400" dirty="0"/>
          </a:br>
          <a:br>
            <a:rPr lang="en-US" sz="1400" dirty="0"/>
          </a:br>
          <a:r>
            <a:rPr lang="en-US" sz="1100" dirty="0">
              <a:solidFill>
                <a:schemeClr val="tx2">
                  <a:lumMod val="10000"/>
                  <a:lumOff val="90000"/>
                </a:schemeClr>
              </a:solidFill>
            </a:rPr>
            <a:t>S-05, NFR-11</a:t>
          </a:r>
        </a:p>
      </dgm:t>
    </dgm:pt>
    <dgm:pt modelId="{4C88CD92-0BB5-43FE-94B3-777E7DFFC4A2}" type="parTrans" cxnId="{7A9B09B8-1F96-4386-AFD9-ADB16BCB9DD7}">
      <dgm:prSet/>
      <dgm:spPr/>
      <dgm:t>
        <a:bodyPr/>
        <a:lstStyle/>
        <a:p>
          <a:pPr algn="l"/>
          <a:endParaRPr lang="en-US" sz="1600"/>
        </a:p>
      </dgm:t>
    </dgm:pt>
    <dgm:pt modelId="{BB968A99-2340-4893-BF2B-14EFA7B45A21}" type="sibTrans" cxnId="{7A9B09B8-1F96-4386-AFD9-ADB16BCB9DD7}">
      <dgm:prSet/>
      <dgm:spPr/>
      <dgm:t>
        <a:bodyPr/>
        <a:lstStyle/>
        <a:p>
          <a:pPr algn="l"/>
          <a:endParaRPr lang="en-US" sz="1600"/>
        </a:p>
      </dgm:t>
    </dgm:pt>
    <dgm:pt modelId="{BCC84D0E-0DCC-474B-85C7-0E55484827BA}">
      <dgm:prSet custT="1"/>
      <dgm:spPr/>
      <dgm:t>
        <a:bodyPr/>
        <a:lstStyle/>
        <a:p>
          <a:pPr algn="l"/>
          <a:r>
            <a:rPr lang="en-US" sz="3600" dirty="0"/>
            <a:t>100%</a:t>
          </a:r>
          <a:br>
            <a:rPr lang="en-US" sz="1400" dirty="0"/>
          </a:br>
          <a:r>
            <a:rPr lang="en-US" sz="1600" b="1" dirty="0">
              <a:solidFill>
                <a:srgbClr val="FFFF00"/>
              </a:solidFill>
            </a:rPr>
            <a:t>IP Ownership</a:t>
          </a:r>
          <a:br>
            <a:rPr lang="en-US" sz="1400" dirty="0"/>
          </a:br>
          <a:r>
            <a:rPr lang="en-US" sz="1400" dirty="0"/>
            <a:t>Code, config and data are ours; audit rights for CBB</a:t>
          </a:r>
          <a:br>
            <a:rPr lang="en-US" sz="1400" dirty="0"/>
          </a:br>
          <a:br>
            <a:rPr lang="en-US" sz="1400" dirty="0"/>
          </a:br>
          <a:r>
            <a:rPr lang="en-US" sz="1100" dirty="0">
              <a:solidFill>
                <a:schemeClr val="tx2">
                  <a:lumMod val="10000"/>
                  <a:lumOff val="90000"/>
                </a:schemeClr>
              </a:solidFill>
            </a:rPr>
            <a:t>C-01, C-07</a:t>
          </a:r>
          <a:endParaRPr lang="en-US" sz="1400" dirty="0">
            <a:solidFill>
              <a:schemeClr val="tx2">
                <a:lumMod val="10000"/>
                <a:lumOff val="90000"/>
              </a:schemeClr>
            </a:solidFill>
          </a:endParaRPr>
        </a:p>
      </dgm:t>
    </dgm:pt>
    <dgm:pt modelId="{0C7C3496-C675-4593-9431-C2AA6228CBFF}" type="parTrans" cxnId="{75D962F4-9012-426C-98EF-6A9AFD748FFA}">
      <dgm:prSet/>
      <dgm:spPr/>
      <dgm:t>
        <a:bodyPr/>
        <a:lstStyle/>
        <a:p>
          <a:pPr algn="l"/>
          <a:endParaRPr lang="en-US" sz="1600"/>
        </a:p>
      </dgm:t>
    </dgm:pt>
    <dgm:pt modelId="{FE084056-E5F7-4A44-93BB-B92E2D8DEC84}" type="sibTrans" cxnId="{75D962F4-9012-426C-98EF-6A9AFD748FFA}">
      <dgm:prSet/>
      <dgm:spPr/>
      <dgm:t>
        <a:bodyPr/>
        <a:lstStyle/>
        <a:p>
          <a:pPr algn="l"/>
          <a:endParaRPr lang="en-US" sz="1600"/>
        </a:p>
      </dgm:t>
    </dgm:pt>
    <dgm:pt modelId="{891F63FF-5F79-4289-8F1B-DB3FC2C9FB7E}" type="pres">
      <dgm:prSet presAssocID="{3309F45C-DA48-4BDE-8A63-A33D36D32559}" presName="diagram" presStyleCnt="0">
        <dgm:presLayoutVars>
          <dgm:dir/>
          <dgm:resizeHandles val="exact"/>
        </dgm:presLayoutVars>
      </dgm:prSet>
      <dgm:spPr/>
    </dgm:pt>
    <dgm:pt modelId="{BCFE0229-FE76-4D18-98B5-2827F64C22F8}" type="pres">
      <dgm:prSet presAssocID="{26A20B01-1807-4B1C-8A8E-C31F903EA76C}" presName="node" presStyleLbl="node1" presStyleIdx="0" presStyleCnt="6">
        <dgm:presLayoutVars>
          <dgm:bulletEnabled val="1"/>
        </dgm:presLayoutVars>
      </dgm:prSet>
      <dgm:spPr/>
    </dgm:pt>
    <dgm:pt modelId="{F8E029F4-1F03-419A-AB32-798140C432EF}" type="pres">
      <dgm:prSet presAssocID="{08D937DB-735D-42F3-8163-B4040405E95C}" presName="sibTrans" presStyleCnt="0"/>
      <dgm:spPr/>
    </dgm:pt>
    <dgm:pt modelId="{2A6790A8-AEBD-401E-B18E-7025A2AC7BA8}" type="pres">
      <dgm:prSet presAssocID="{E1FB851A-4F37-4791-A528-F983D29D45F0}" presName="node" presStyleLbl="node1" presStyleIdx="1" presStyleCnt="6">
        <dgm:presLayoutVars>
          <dgm:bulletEnabled val="1"/>
        </dgm:presLayoutVars>
      </dgm:prSet>
      <dgm:spPr/>
    </dgm:pt>
    <dgm:pt modelId="{3076BBAF-B299-44CB-A06E-C0F62841AD1E}" type="pres">
      <dgm:prSet presAssocID="{CD7A5F7F-E5E3-405B-A601-BA3630813B60}" presName="sibTrans" presStyleCnt="0"/>
      <dgm:spPr/>
    </dgm:pt>
    <dgm:pt modelId="{215E25E4-DC9E-4C45-9272-BEB839F61255}" type="pres">
      <dgm:prSet presAssocID="{C71EC183-728F-40C7-9B65-0B9853E5C05F}" presName="node" presStyleLbl="node1" presStyleIdx="2" presStyleCnt="6">
        <dgm:presLayoutVars>
          <dgm:bulletEnabled val="1"/>
        </dgm:presLayoutVars>
      </dgm:prSet>
      <dgm:spPr/>
    </dgm:pt>
    <dgm:pt modelId="{E11B21CE-4C55-4A6F-BDA1-9C25C4C8C242}" type="pres">
      <dgm:prSet presAssocID="{4F0969E1-432C-4E13-9B0B-3F2137471D27}" presName="sibTrans" presStyleCnt="0"/>
      <dgm:spPr/>
    </dgm:pt>
    <dgm:pt modelId="{079F8C2E-840E-4371-A143-58EEC034D2FE}" type="pres">
      <dgm:prSet presAssocID="{28A28518-C9BF-485E-AD33-C443F4B0303F}" presName="node" presStyleLbl="node1" presStyleIdx="3" presStyleCnt="6">
        <dgm:presLayoutVars>
          <dgm:bulletEnabled val="1"/>
        </dgm:presLayoutVars>
      </dgm:prSet>
      <dgm:spPr/>
    </dgm:pt>
    <dgm:pt modelId="{37B888A2-EBC9-4B37-AA9D-150E91FC7055}" type="pres">
      <dgm:prSet presAssocID="{65DECB5A-877C-49FF-93BD-A13986E65C2A}" presName="sibTrans" presStyleCnt="0"/>
      <dgm:spPr/>
    </dgm:pt>
    <dgm:pt modelId="{98DD4620-CBA5-429B-879A-EA8416943229}" type="pres">
      <dgm:prSet presAssocID="{8E6B7ACE-3DAE-40C9-BC81-E9E31F04EBA6}" presName="node" presStyleLbl="node1" presStyleIdx="4" presStyleCnt="6">
        <dgm:presLayoutVars>
          <dgm:bulletEnabled val="1"/>
        </dgm:presLayoutVars>
      </dgm:prSet>
      <dgm:spPr/>
    </dgm:pt>
    <dgm:pt modelId="{D1493B7D-113C-4EAF-AE2B-8668B0814C28}" type="pres">
      <dgm:prSet presAssocID="{BB968A99-2340-4893-BF2B-14EFA7B45A21}" presName="sibTrans" presStyleCnt="0"/>
      <dgm:spPr/>
    </dgm:pt>
    <dgm:pt modelId="{2E435E05-8F93-4E65-8ABD-1F13C3729C77}" type="pres">
      <dgm:prSet presAssocID="{BCC84D0E-0DCC-474B-85C7-0E55484827BA}" presName="node" presStyleLbl="node1" presStyleIdx="5" presStyleCnt="6">
        <dgm:presLayoutVars>
          <dgm:bulletEnabled val="1"/>
        </dgm:presLayoutVars>
      </dgm:prSet>
      <dgm:spPr/>
    </dgm:pt>
  </dgm:ptLst>
  <dgm:cxnLst>
    <dgm:cxn modelId="{B36ADE06-4EEB-4571-B462-ABCC0F9D7377}" type="presOf" srcId="{8E6B7ACE-3DAE-40C9-BC81-E9E31F04EBA6}" destId="{98DD4620-CBA5-429B-879A-EA8416943229}" srcOrd="0" destOrd="0" presId="urn:microsoft.com/office/officeart/2005/8/layout/default"/>
    <dgm:cxn modelId="{FA2ADD0B-C8CA-4090-AF9D-DA0685FE7DD5}" type="presOf" srcId="{3309F45C-DA48-4BDE-8A63-A33D36D32559}" destId="{891F63FF-5F79-4289-8F1B-DB3FC2C9FB7E}" srcOrd="0" destOrd="0" presId="urn:microsoft.com/office/officeart/2005/8/layout/default"/>
    <dgm:cxn modelId="{1918D016-B922-46D8-B9A4-F305DB0518CA}" type="presOf" srcId="{28A28518-C9BF-485E-AD33-C443F4B0303F}" destId="{079F8C2E-840E-4371-A143-58EEC034D2FE}" srcOrd="0" destOrd="0" presId="urn:microsoft.com/office/officeart/2005/8/layout/default"/>
    <dgm:cxn modelId="{9977C917-F2F5-45AA-A765-841698D656C8}" srcId="{3309F45C-DA48-4BDE-8A63-A33D36D32559}" destId="{26A20B01-1807-4B1C-8A8E-C31F903EA76C}" srcOrd="0" destOrd="0" parTransId="{C1C1D534-556D-4595-84CD-900D26FC373E}" sibTransId="{08D937DB-735D-42F3-8163-B4040405E95C}"/>
    <dgm:cxn modelId="{D349A129-127A-4B96-8DF6-115BDE01F362}" srcId="{3309F45C-DA48-4BDE-8A63-A33D36D32559}" destId="{C71EC183-728F-40C7-9B65-0B9853E5C05F}" srcOrd="2" destOrd="0" parTransId="{C172D5C4-19D0-4789-885D-97AFD964C1AC}" sibTransId="{4F0969E1-432C-4E13-9B0B-3F2137471D27}"/>
    <dgm:cxn modelId="{BA4C6C66-0781-4CB9-A721-FFD7B17A2C2F}" type="presOf" srcId="{C71EC183-728F-40C7-9B65-0B9853E5C05F}" destId="{215E25E4-DC9E-4C45-9272-BEB839F61255}" srcOrd="0" destOrd="0" presId="urn:microsoft.com/office/officeart/2005/8/layout/default"/>
    <dgm:cxn modelId="{2AA8F34A-AC69-4725-85A8-8CF78EA942FB}" srcId="{3309F45C-DA48-4BDE-8A63-A33D36D32559}" destId="{28A28518-C9BF-485E-AD33-C443F4B0303F}" srcOrd="3" destOrd="0" parTransId="{8950CA09-1418-427A-94F9-3B2742DAF11E}" sibTransId="{65DECB5A-877C-49FF-93BD-A13986E65C2A}"/>
    <dgm:cxn modelId="{E1EC257F-7C6F-491D-9830-632AD2CC22FE}" type="presOf" srcId="{E1FB851A-4F37-4791-A528-F983D29D45F0}" destId="{2A6790A8-AEBD-401E-B18E-7025A2AC7BA8}" srcOrd="0" destOrd="0" presId="urn:microsoft.com/office/officeart/2005/8/layout/default"/>
    <dgm:cxn modelId="{22E97E85-D349-4357-8334-3D98698C5586}" srcId="{3309F45C-DA48-4BDE-8A63-A33D36D32559}" destId="{E1FB851A-4F37-4791-A528-F983D29D45F0}" srcOrd="1" destOrd="0" parTransId="{CE7AE958-E424-4A65-A3C7-F4C5B0FCB905}" sibTransId="{CD7A5F7F-E5E3-405B-A601-BA3630813B60}"/>
    <dgm:cxn modelId="{376643A8-57C9-4F4B-90DB-CC004A2FBA62}" type="presOf" srcId="{26A20B01-1807-4B1C-8A8E-C31F903EA76C}" destId="{BCFE0229-FE76-4D18-98B5-2827F64C22F8}" srcOrd="0" destOrd="0" presId="urn:microsoft.com/office/officeart/2005/8/layout/default"/>
    <dgm:cxn modelId="{7A9B09B8-1F96-4386-AFD9-ADB16BCB9DD7}" srcId="{3309F45C-DA48-4BDE-8A63-A33D36D32559}" destId="{8E6B7ACE-3DAE-40C9-BC81-E9E31F04EBA6}" srcOrd="4" destOrd="0" parTransId="{4C88CD92-0BB5-43FE-94B3-777E7DFFC4A2}" sibTransId="{BB968A99-2340-4893-BF2B-14EFA7B45A21}"/>
    <dgm:cxn modelId="{70A154E6-642A-4BEA-97F9-144CADEF9C30}" type="presOf" srcId="{BCC84D0E-0DCC-474B-85C7-0E55484827BA}" destId="{2E435E05-8F93-4E65-8ABD-1F13C3729C77}" srcOrd="0" destOrd="0" presId="urn:microsoft.com/office/officeart/2005/8/layout/default"/>
    <dgm:cxn modelId="{75D962F4-9012-426C-98EF-6A9AFD748FFA}" srcId="{3309F45C-DA48-4BDE-8A63-A33D36D32559}" destId="{BCC84D0E-0DCC-474B-85C7-0E55484827BA}" srcOrd="5" destOrd="0" parTransId="{0C7C3496-C675-4593-9431-C2AA6228CBFF}" sibTransId="{FE084056-E5F7-4A44-93BB-B92E2D8DEC84}"/>
    <dgm:cxn modelId="{368EF3AE-02EA-4781-990B-69876C3B000C}" type="presParOf" srcId="{891F63FF-5F79-4289-8F1B-DB3FC2C9FB7E}" destId="{BCFE0229-FE76-4D18-98B5-2827F64C22F8}" srcOrd="0" destOrd="0" presId="urn:microsoft.com/office/officeart/2005/8/layout/default"/>
    <dgm:cxn modelId="{799044F6-B381-4280-8655-7A7E4620510F}" type="presParOf" srcId="{891F63FF-5F79-4289-8F1B-DB3FC2C9FB7E}" destId="{F8E029F4-1F03-419A-AB32-798140C432EF}" srcOrd="1" destOrd="0" presId="urn:microsoft.com/office/officeart/2005/8/layout/default"/>
    <dgm:cxn modelId="{40A4183A-C038-4077-94BB-3530A1AE4DDC}" type="presParOf" srcId="{891F63FF-5F79-4289-8F1B-DB3FC2C9FB7E}" destId="{2A6790A8-AEBD-401E-B18E-7025A2AC7BA8}" srcOrd="2" destOrd="0" presId="urn:microsoft.com/office/officeart/2005/8/layout/default"/>
    <dgm:cxn modelId="{BE18EF4F-02AE-471D-B6C8-E2E7B5B9B230}" type="presParOf" srcId="{891F63FF-5F79-4289-8F1B-DB3FC2C9FB7E}" destId="{3076BBAF-B299-44CB-A06E-C0F62841AD1E}" srcOrd="3" destOrd="0" presId="urn:microsoft.com/office/officeart/2005/8/layout/default"/>
    <dgm:cxn modelId="{F00B7B7A-C400-48BE-90A6-700649677878}" type="presParOf" srcId="{891F63FF-5F79-4289-8F1B-DB3FC2C9FB7E}" destId="{215E25E4-DC9E-4C45-9272-BEB839F61255}" srcOrd="4" destOrd="0" presId="urn:microsoft.com/office/officeart/2005/8/layout/default"/>
    <dgm:cxn modelId="{ADA090DF-11EA-4AB8-AD6F-E85852455D98}" type="presParOf" srcId="{891F63FF-5F79-4289-8F1B-DB3FC2C9FB7E}" destId="{E11B21CE-4C55-4A6F-BDA1-9C25C4C8C242}" srcOrd="5" destOrd="0" presId="urn:microsoft.com/office/officeart/2005/8/layout/default"/>
    <dgm:cxn modelId="{C089F3B4-7962-491C-BBF3-0B88C985E076}" type="presParOf" srcId="{891F63FF-5F79-4289-8F1B-DB3FC2C9FB7E}" destId="{079F8C2E-840E-4371-A143-58EEC034D2FE}" srcOrd="6" destOrd="0" presId="urn:microsoft.com/office/officeart/2005/8/layout/default"/>
    <dgm:cxn modelId="{3A1120D1-A009-442C-BF8A-FAA0439E53FD}" type="presParOf" srcId="{891F63FF-5F79-4289-8F1B-DB3FC2C9FB7E}" destId="{37B888A2-EBC9-4B37-AA9D-150E91FC7055}" srcOrd="7" destOrd="0" presId="urn:microsoft.com/office/officeart/2005/8/layout/default"/>
    <dgm:cxn modelId="{D5EFBA7B-4482-4DB0-916A-D4E520ACD330}" type="presParOf" srcId="{891F63FF-5F79-4289-8F1B-DB3FC2C9FB7E}" destId="{98DD4620-CBA5-429B-879A-EA8416943229}" srcOrd="8" destOrd="0" presId="urn:microsoft.com/office/officeart/2005/8/layout/default"/>
    <dgm:cxn modelId="{B4E1B2E0-9F1D-414E-BEBD-CA21538DBD8F}" type="presParOf" srcId="{891F63FF-5F79-4289-8F1B-DB3FC2C9FB7E}" destId="{D1493B7D-113C-4EAF-AE2B-8668B0814C28}" srcOrd="9" destOrd="0" presId="urn:microsoft.com/office/officeart/2005/8/layout/default"/>
    <dgm:cxn modelId="{A5FA376B-965C-4508-B324-A6B1CBC6CDA4}" type="presParOf" srcId="{891F63FF-5F79-4289-8F1B-DB3FC2C9FB7E}" destId="{2E435E05-8F93-4E65-8ABD-1F13C3729C7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F7938C-21F0-470E-9829-5E34BE8F8352}">
      <dsp:nvSpPr>
        <dsp:cNvPr id="0" name=""/>
        <dsp:cNvSpPr/>
      </dsp:nvSpPr>
      <dsp:spPr>
        <a:xfrm>
          <a:off x="0" y="52226"/>
          <a:ext cx="8128000" cy="6692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Growth</a:t>
          </a:r>
        </a:p>
      </dsp:txBody>
      <dsp:txXfrm>
        <a:off x="32670" y="84896"/>
        <a:ext cx="8062660" cy="603900"/>
      </dsp:txXfrm>
    </dsp:sp>
    <dsp:sp modelId="{DDC8D741-525F-457B-AC27-C9ECBF55D982}">
      <dsp:nvSpPr>
        <dsp:cNvPr id="0" name=""/>
        <dsp:cNvSpPr/>
      </dsp:nvSpPr>
      <dsp:spPr>
        <a:xfrm>
          <a:off x="0" y="721466"/>
          <a:ext cx="8128000" cy="717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Microfinancing at scale, with product flexibility configured by the business – not coded by developers</a:t>
          </a:r>
        </a:p>
      </dsp:txBody>
      <dsp:txXfrm>
        <a:off x="0" y="721466"/>
        <a:ext cx="8128000" cy="717255"/>
      </dsp:txXfrm>
    </dsp:sp>
    <dsp:sp modelId="{ADCCDBD3-9F26-404E-9087-0BCDD4E514A9}">
      <dsp:nvSpPr>
        <dsp:cNvPr id="0" name=""/>
        <dsp:cNvSpPr/>
      </dsp:nvSpPr>
      <dsp:spPr>
        <a:xfrm>
          <a:off x="0" y="1438721"/>
          <a:ext cx="8128000" cy="669240"/>
        </a:xfrm>
        <a:prstGeom prst="roundRect">
          <a:avLst/>
        </a:prstGeom>
        <a:solidFill>
          <a:schemeClr val="accent5">
            <a:hueOff val="2461863"/>
            <a:satOff val="-9205"/>
            <a:lumOff val="19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Reliable Mobile-only Customer Journey</a:t>
          </a:r>
        </a:p>
      </dsp:txBody>
      <dsp:txXfrm>
        <a:off x="32670" y="1471391"/>
        <a:ext cx="8062660" cy="603900"/>
      </dsp:txXfrm>
    </dsp:sp>
    <dsp:sp modelId="{E7562743-C4A4-4E86-99DE-5DB4AAEB95CF}">
      <dsp:nvSpPr>
        <dsp:cNvPr id="0" name=""/>
        <dsp:cNvSpPr/>
      </dsp:nvSpPr>
      <dsp:spPr>
        <a:xfrm>
          <a:off x="0" y="2107961"/>
          <a:ext cx="8128000" cy="717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Apply, repay, settle, top-up and defer entirely in the Bede App. Stable and Reliable.</a:t>
          </a:r>
        </a:p>
      </dsp:txBody>
      <dsp:txXfrm>
        <a:off x="0" y="2107961"/>
        <a:ext cx="8128000" cy="717255"/>
      </dsp:txXfrm>
    </dsp:sp>
    <dsp:sp modelId="{6A52E0A8-35D0-41FB-9D9B-3D301850D757}">
      <dsp:nvSpPr>
        <dsp:cNvPr id="0" name=""/>
        <dsp:cNvSpPr/>
      </dsp:nvSpPr>
      <dsp:spPr>
        <a:xfrm>
          <a:off x="0" y="2825216"/>
          <a:ext cx="8128000" cy="669240"/>
        </a:xfrm>
        <a:prstGeom prst="roundRect">
          <a:avLst/>
        </a:prstGeom>
        <a:solidFill>
          <a:schemeClr val="accent5">
            <a:hueOff val="4923726"/>
            <a:satOff val="-18410"/>
            <a:lumOff val="39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Regulatory Confidence</a:t>
          </a:r>
          <a:endParaRPr lang="en-US" sz="2200" kern="1200" dirty="0"/>
        </a:p>
      </dsp:txBody>
      <dsp:txXfrm>
        <a:off x="32670" y="2857886"/>
        <a:ext cx="8062660" cy="603900"/>
      </dsp:txXfrm>
    </dsp:sp>
    <dsp:sp modelId="{0D49577F-3C6E-4E47-B135-B8B75307309B}">
      <dsp:nvSpPr>
        <dsp:cNvPr id="0" name=""/>
        <dsp:cNvSpPr/>
      </dsp:nvSpPr>
      <dsp:spPr>
        <a:xfrm>
          <a:off x="0" y="3494456"/>
          <a:ext cx="8128000" cy="398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CBB Rulebook, Sharia Supervisory Board Approval and full Audit Trail by design.</a:t>
          </a:r>
          <a:endParaRPr lang="en-US" sz="1700" kern="1200" dirty="0"/>
        </a:p>
      </dsp:txBody>
      <dsp:txXfrm>
        <a:off x="0" y="3494456"/>
        <a:ext cx="8128000" cy="398475"/>
      </dsp:txXfrm>
    </dsp:sp>
    <dsp:sp modelId="{5F2B1B29-8B42-4ED0-B591-0E1A60DE8750}">
      <dsp:nvSpPr>
        <dsp:cNvPr id="0" name=""/>
        <dsp:cNvSpPr/>
      </dsp:nvSpPr>
      <dsp:spPr>
        <a:xfrm>
          <a:off x="0" y="3892931"/>
          <a:ext cx="8128000" cy="669240"/>
        </a:xfrm>
        <a:prstGeom prst="roundRect">
          <a:avLst/>
        </a:prstGeom>
        <a:solidFill>
          <a:schemeClr val="accent5">
            <a:hueOff val="7385589"/>
            <a:satOff val="-27615"/>
            <a:lumOff val="5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Operational Control</a:t>
          </a:r>
          <a:endParaRPr lang="en-US" sz="2200" kern="1200" dirty="0"/>
        </a:p>
      </dsp:txBody>
      <dsp:txXfrm>
        <a:off x="32670" y="3925601"/>
        <a:ext cx="8062660" cy="603900"/>
      </dsp:txXfrm>
    </dsp:sp>
    <dsp:sp modelId="{8757CA0D-8256-4051-A0A9-4B7163EC14F6}">
      <dsp:nvSpPr>
        <dsp:cNvPr id="0" name=""/>
        <dsp:cNvSpPr/>
      </dsp:nvSpPr>
      <dsp:spPr>
        <a:xfrm>
          <a:off x="0" y="4562171"/>
          <a:ext cx="8128000" cy="717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Bede-managed AWS, zero-downtime releases, clean data for Analytics, and clear 24x7 support.</a:t>
          </a:r>
          <a:endParaRPr lang="en-US" sz="1700" kern="1200" dirty="0"/>
        </a:p>
      </dsp:txBody>
      <dsp:txXfrm>
        <a:off x="0" y="4562171"/>
        <a:ext cx="8128000" cy="7172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546733-2BC4-41D2-8236-0A3455F1C20D}">
      <dsp:nvSpPr>
        <dsp:cNvPr id="0" name=""/>
        <dsp:cNvSpPr/>
      </dsp:nvSpPr>
      <dsp:spPr>
        <a:xfrm>
          <a:off x="6426" y="131048"/>
          <a:ext cx="4357687" cy="4896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In scope - FOO</a:t>
          </a:r>
        </a:p>
      </dsp:txBody>
      <dsp:txXfrm>
        <a:off x="6426" y="131048"/>
        <a:ext cx="4357687" cy="489600"/>
      </dsp:txXfrm>
    </dsp:sp>
    <dsp:sp modelId="{AA813305-BEA0-4C23-B7D0-5F065A02E660}">
      <dsp:nvSpPr>
        <dsp:cNvPr id="0" name=""/>
        <dsp:cNvSpPr/>
      </dsp:nvSpPr>
      <dsp:spPr>
        <a:xfrm>
          <a:off x="6426" y="620648"/>
          <a:ext cx="4357687" cy="438651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LMS Platform: Product, Lifecycle, Repayments, Collections, Accounting sub-ledger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All integrations inc. mobile app &amp; backend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Back-office console for Operations, Finance, Risk, Compliance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Migration of existing customers and loans, with simulations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Deployment packages, documentation, training, knowledge transfer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Hypercare, warranty, 24x7 support, monthly security releases</a:t>
          </a:r>
        </a:p>
      </dsp:txBody>
      <dsp:txXfrm>
        <a:off x="6426" y="620648"/>
        <a:ext cx="4357687" cy="4386510"/>
      </dsp:txXfrm>
    </dsp:sp>
    <dsp:sp modelId="{46D2E94A-390F-4638-9F58-F8997CEC19B6}">
      <dsp:nvSpPr>
        <dsp:cNvPr id="0" name=""/>
        <dsp:cNvSpPr/>
      </dsp:nvSpPr>
      <dsp:spPr>
        <a:xfrm>
          <a:off x="4984866" y="131048"/>
          <a:ext cx="3126030" cy="489600"/>
        </a:xfrm>
        <a:prstGeom prst="rect">
          <a:avLst/>
        </a:prstGeom>
        <a:solidFill>
          <a:schemeClr val="accent5">
            <a:hueOff val="7385589"/>
            <a:satOff val="-27615"/>
            <a:lumOff val="587"/>
            <a:alphaOff val="0"/>
          </a:schemeClr>
        </a:solidFill>
        <a:ln w="19050" cap="flat" cmpd="sng" algn="ctr">
          <a:solidFill>
            <a:schemeClr val="accent5">
              <a:hueOff val="7385589"/>
              <a:satOff val="-27615"/>
              <a:lumOff val="5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Bede</a:t>
          </a:r>
        </a:p>
      </dsp:txBody>
      <dsp:txXfrm>
        <a:off x="4984866" y="131048"/>
        <a:ext cx="3126030" cy="489600"/>
      </dsp:txXfrm>
    </dsp:sp>
    <dsp:sp modelId="{84922FD9-0046-46A5-80E3-A781B36B34A6}">
      <dsp:nvSpPr>
        <dsp:cNvPr id="0" name=""/>
        <dsp:cNvSpPr/>
      </dsp:nvSpPr>
      <dsp:spPr>
        <a:xfrm>
          <a:off x="4974190" y="620648"/>
          <a:ext cx="3147383" cy="4386510"/>
        </a:xfrm>
        <a:prstGeom prst="rect">
          <a:avLst/>
        </a:prstGeom>
        <a:solidFill>
          <a:schemeClr val="accent5">
            <a:tint val="40000"/>
            <a:alpha val="90000"/>
            <a:hueOff val="7394793"/>
            <a:satOff val="-14436"/>
            <a:lumOff val="-106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7394793"/>
              <a:satOff val="-14436"/>
              <a:lumOff val="-10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AWS infrastructure provisioning and operation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Eligibility Engine, Credit Assessment and Origination Logic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UAT and Production Deployments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Logs containing customer PII</a:t>
          </a:r>
          <a:endParaRPr lang="en-US" sz="1700" kern="1200" dirty="0"/>
        </a:p>
      </dsp:txBody>
      <dsp:txXfrm>
        <a:off x="4974190" y="620648"/>
        <a:ext cx="3147383" cy="43865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2A9ABF-497A-46A7-B880-9182F66748F4}">
      <dsp:nvSpPr>
        <dsp:cNvPr id="0" name=""/>
        <dsp:cNvSpPr/>
      </dsp:nvSpPr>
      <dsp:spPr>
        <a:xfrm>
          <a:off x="1106668" y="1618"/>
          <a:ext cx="2611820" cy="156709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Product Configuration</a:t>
          </a:r>
          <a:br>
            <a:rPr lang="en-US" sz="1500" kern="1200" dirty="0"/>
          </a:br>
          <a:r>
            <a:rPr lang="en-US" sz="1400" kern="1200" dirty="0"/>
            <a:t>Any Sharia-compliant product, any schedule template, configured without code</a:t>
          </a:r>
          <a:endParaRPr lang="en-US" sz="1500" kern="1200" dirty="0"/>
        </a:p>
      </dsp:txBody>
      <dsp:txXfrm>
        <a:off x="1106668" y="1618"/>
        <a:ext cx="2611820" cy="1567092"/>
      </dsp:txXfrm>
    </dsp:sp>
    <dsp:sp modelId="{FFE04B0E-42EE-419E-AA2E-F9D06068F54D}">
      <dsp:nvSpPr>
        <dsp:cNvPr id="0" name=""/>
        <dsp:cNvSpPr/>
      </dsp:nvSpPr>
      <dsp:spPr>
        <a:xfrm>
          <a:off x="3979671" y="1618"/>
          <a:ext cx="2611820" cy="1567092"/>
        </a:xfrm>
        <a:prstGeom prst="rect">
          <a:avLst/>
        </a:prstGeom>
        <a:solidFill>
          <a:schemeClr val="accent5">
            <a:hueOff val="923199"/>
            <a:satOff val="-3452"/>
            <a:lumOff val="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Murabaha &amp; Ledger</a:t>
          </a:r>
          <a:br>
            <a:rPr lang="en-US" sz="1500" kern="1200" dirty="0"/>
          </a:br>
          <a:r>
            <a:rPr lang="en-US" sz="1400" kern="1200" dirty="0"/>
            <a:t>Contract model, profit rules, sub-ledger, IFRS 9 / AAOFI, daily reconciliation</a:t>
          </a:r>
          <a:endParaRPr lang="en-US" sz="1500" kern="1200" dirty="0"/>
        </a:p>
      </dsp:txBody>
      <dsp:txXfrm>
        <a:off x="3979671" y="1618"/>
        <a:ext cx="2611820" cy="1567092"/>
      </dsp:txXfrm>
    </dsp:sp>
    <dsp:sp modelId="{EC628EEC-5CAD-4D50-86DF-15104FFB530B}">
      <dsp:nvSpPr>
        <dsp:cNvPr id="0" name=""/>
        <dsp:cNvSpPr/>
      </dsp:nvSpPr>
      <dsp:spPr>
        <a:xfrm>
          <a:off x="6852673" y="1618"/>
          <a:ext cx="2611820" cy="1567092"/>
        </a:xfrm>
        <a:prstGeom prst="rect">
          <a:avLst/>
        </a:prstGeom>
        <a:solidFill>
          <a:schemeClr val="accent5">
            <a:hueOff val="1846397"/>
            <a:satOff val="-6904"/>
            <a:lumOff val="14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Loan Lifecycle</a:t>
          </a:r>
          <a:br>
            <a:rPr lang="en-US" sz="1500" kern="1200" dirty="0"/>
          </a:br>
          <a:r>
            <a:rPr lang="en-US" sz="1400" kern="1200" dirty="0"/>
            <a:t>Apply, disburse, repay, settle, partial pay, top up, multi-finance, defer</a:t>
          </a:r>
          <a:endParaRPr lang="en-US" sz="1500" kern="1200" dirty="0"/>
        </a:p>
      </dsp:txBody>
      <dsp:txXfrm>
        <a:off x="6852673" y="1618"/>
        <a:ext cx="2611820" cy="1567092"/>
      </dsp:txXfrm>
    </dsp:sp>
    <dsp:sp modelId="{F477E20F-D876-450B-8776-F3D84B022B52}">
      <dsp:nvSpPr>
        <dsp:cNvPr id="0" name=""/>
        <dsp:cNvSpPr/>
      </dsp:nvSpPr>
      <dsp:spPr>
        <a:xfrm>
          <a:off x="1106668" y="1829892"/>
          <a:ext cx="2611820" cy="1567092"/>
        </a:xfrm>
        <a:prstGeom prst="rect">
          <a:avLst/>
        </a:prstGeom>
        <a:solidFill>
          <a:schemeClr val="accent5">
            <a:hueOff val="2769596"/>
            <a:satOff val="-10356"/>
            <a:lumOff val="22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Collections &amp; Defaults</a:t>
          </a:r>
          <a:br>
            <a:rPr lang="en-US" sz="1500" kern="1200" dirty="0"/>
          </a:br>
          <a:r>
            <a:rPr lang="en-US" sz="1400" kern="1200" dirty="0"/>
            <a:t>Stage delinquency, rules per product, automated multi-channel notices</a:t>
          </a:r>
          <a:endParaRPr lang="en-US" sz="1500" kern="1200" dirty="0"/>
        </a:p>
      </dsp:txBody>
      <dsp:txXfrm>
        <a:off x="1106668" y="1829892"/>
        <a:ext cx="2611820" cy="1567092"/>
      </dsp:txXfrm>
    </dsp:sp>
    <dsp:sp modelId="{56FEEA10-4402-4AC4-AE60-30D430360FEC}">
      <dsp:nvSpPr>
        <dsp:cNvPr id="0" name=""/>
        <dsp:cNvSpPr/>
      </dsp:nvSpPr>
      <dsp:spPr>
        <a:xfrm>
          <a:off x="3979671" y="1829892"/>
          <a:ext cx="2611820" cy="1567092"/>
        </a:xfrm>
        <a:prstGeom prst="rect">
          <a:avLst/>
        </a:prstGeom>
        <a:solidFill>
          <a:schemeClr val="accent5">
            <a:hueOff val="3692795"/>
            <a:satOff val="-13808"/>
            <a:lumOff val="29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Back-office Console</a:t>
          </a:r>
          <a:br>
            <a:rPr lang="en-US" sz="1500" kern="1200" dirty="0"/>
          </a:br>
          <a:r>
            <a:rPr lang="en-US" sz="1400" kern="1200" dirty="0"/>
            <a:t>RBAC, SSO/MFA, maker-checker, immutable Audit Trail</a:t>
          </a:r>
          <a:endParaRPr lang="en-US" sz="1500" kern="1200" dirty="0"/>
        </a:p>
      </dsp:txBody>
      <dsp:txXfrm>
        <a:off x="3979671" y="1829892"/>
        <a:ext cx="2611820" cy="1567092"/>
      </dsp:txXfrm>
    </dsp:sp>
    <dsp:sp modelId="{9EDC1782-6CAD-4075-81AD-EFF1198C1747}">
      <dsp:nvSpPr>
        <dsp:cNvPr id="0" name=""/>
        <dsp:cNvSpPr/>
      </dsp:nvSpPr>
      <dsp:spPr>
        <a:xfrm>
          <a:off x="6852673" y="1829892"/>
          <a:ext cx="2611820" cy="1567092"/>
        </a:xfrm>
        <a:prstGeom prst="rect">
          <a:avLst/>
        </a:prstGeom>
        <a:solidFill>
          <a:schemeClr val="accent5">
            <a:hueOff val="4615993"/>
            <a:satOff val="-17259"/>
            <a:lumOff val="36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Reporting &amp; Data</a:t>
          </a:r>
          <a:br>
            <a:rPr lang="en-US" sz="1500" kern="1200" dirty="0"/>
          </a:br>
          <a:r>
            <a:rPr lang="en-US" sz="1400" kern="1200" dirty="0"/>
            <a:t>Zero-impact data feed for Analytics, CBB extracts, monitored batch jobs</a:t>
          </a:r>
          <a:endParaRPr lang="en-US" sz="1500" kern="1200" dirty="0"/>
        </a:p>
      </dsp:txBody>
      <dsp:txXfrm>
        <a:off x="6852673" y="1829892"/>
        <a:ext cx="2611820" cy="1567092"/>
      </dsp:txXfrm>
    </dsp:sp>
    <dsp:sp modelId="{7AB60913-5EDA-4ED3-BE94-A02908E95907}">
      <dsp:nvSpPr>
        <dsp:cNvPr id="0" name=""/>
        <dsp:cNvSpPr/>
      </dsp:nvSpPr>
      <dsp:spPr>
        <a:xfrm>
          <a:off x="1106668" y="3658167"/>
          <a:ext cx="2611820" cy="1567092"/>
        </a:xfrm>
        <a:prstGeom prst="rect">
          <a:avLst/>
        </a:prstGeom>
        <a:solidFill>
          <a:schemeClr val="accent5">
            <a:hueOff val="5539192"/>
            <a:satOff val="-20711"/>
            <a:lumOff val="44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Integrations</a:t>
          </a:r>
          <a:br>
            <a:rPr lang="en-US" sz="1500" kern="1200" dirty="0"/>
          </a:br>
          <a:r>
            <a:rPr lang="en-US" sz="1400" kern="1200" dirty="0"/>
            <a:t>App, Eligibility Engine, Commodity, Payments, Core Banking, Bureau, more</a:t>
          </a:r>
          <a:endParaRPr lang="en-US" sz="1500" kern="1200" dirty="0"/>
        </a:p>
      </dsp:txBody>
      <dsp:txXfrm>
        <a:off x="1106668" y="3658167"/>
        <a:ext cx="2611820" cy="1567092"/>
      </dsp:txXfrm>
    </dsp:sp>
    <dsp:sp modelId="{E7E6D8F5-ED8F-462F-99A6-8F0CC2D4B06C}">
      <dsp:nvSpPr>
        <dsp:cNvPr id="0" name=""/>
        <dsp:cNvSpPr/>
      </dsp:nvSpPr>
      <dsp:spPr>
        <a:xfrm>
          <a:off x="3979671" y="3658167"/>
          <a:ext cx="2611820" cy="1567092"/>
        </a:xfrm>
        <a:prstGeom prst="rect">
          <a:avLst/>
        </a:prstGeom>
        <a:solidFill>
          <a:schemeClr val="accent5">
            <a:hueOff val="6462391"/>
            <a:satOff val="-24163"/>
            <a:lumOff val="5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Resilience &amp; Security</a:t>
          </a:r>
          <a:br>
            <a:rPr lang="en-US" sz="2000" b="1" kern="1200" dirty="0"/>
          </a:br>
          <a:r>
            <a:rPr lang="en-US" sz="1400" kern="1200" dirty="0"/>
            <a:t>Availability, RTO/RPO, data residency, PII masking, secure SDLC</a:t>
          </a:r>
          <a:endParaRPr lang="en-US" sz="1500" kern="1200" dirty="0"/>
        </a:p>
      </dsp:txBody>
      <dsp:txXfrm>
        <a:off x="3979671" y="3658167"/>
        <a:ext cx="2611820" cy="1567092"/>
      </dsp:txXfrm>
    </dsp:sp>
    <dsp:sp modelId="{D6F8532E-070C-4543-9EB7-2798465E76B7}">
      <dsp:nvSpPr>
        <dsp:cNvPr id="0" name=""/>
        <dsp:cNvSpPr/>
      </dsp:nvSpPr>
      <dsp:spPr>
        <a:xfrm>
          <a:off x="6852673" y="3658167"/>
          <a:ext cx="2611820" cy="1567092"/>
        </a:xfrm>
        <a:prstGeom prst="rect">
          <a:avLst/>
        </a:prstGeom>
        <a:solidFill>
          <a:schemeClr val="accent5">
            <a:hueOff val="7385589"/>
            <a:satOff val="-27615"/>
            <a:lumOff val="5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Architecture &amp; Deploy</a:t>
          </a:r>
          <a:br>
            <a:rPr lang="en-US" sz="1500" kern="1200" dirty="0"/>
          </a:br>
          <a:r>
            <a:rPr lang="en-US" sz="1400" kern="1200" dirty="0"/>
            <a:t>Containers, </a:t>
          </a:r>
          <a:r>
            <a:rPr lang="en-US" sz="1400" kern="1200" dirty="0" err="1"/>
            <a:t>IaC</a:t>
          </a:r>
          <a:r>
            <a:rPr lang="en-US" sz="1400" kern="1200" dirty="0"/>
            <a:t>, zero-downtime releases, tested rollback</a:t>
          </a:r>
          <a:endParaRPr lang="en-US" sz="1500" kern="1200" dirty="0"/>
        </a:p>
      </dsp:txBody>
      <dsp:txXfrm>
        <a:off x="6852673" y="3658167"/>
        <a:ext cx="2611820" cy="15670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054F1-7504-4359-A244-AF0CB9E24A34}">
      <dsp:nvSpPr>
        <dsp:cNvPr id="0" name=""/>
        <dsp:cNvSpPr/>
      </dsp:nvSpPr>
      <dsp:spPr>
        <a:xfrm>
          <a:off x="3378200" y="2023533"/>
          <a:ext cx="1371599" cy="1371599"/>
        </a:xfrm>
        <a:prstGeom prst="ellipse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LMS</a:t>
          </a:r>
          <a:br>
            <a:rPr lang="en-US" sz="1600" b="1" kern="1200" dirty="0"/>
          </a:br>
          <a:r>
            <a:rPr lang="en-US" sz="1200" b="0" kern="1200" dirty="0"/>
            <a:t>System of Record</a:t>
          </a:r>
          <a:endParaRPr lang="en-US" sz="1600" b="0" kern="1200" dirty="0"/>
        </a:p>
      </dsp:txBody>
      <dsp:txXfrm>
        <a:off x="3579066" y="2224399"/>
        <a:ext cx="969867" cy="969867"/>
      </dsp:txXfrm>
    </dsp:sp>
    <dsp:sp modelId="{651642BC-36E7-400F-92D5-5084C6841AFB}">
      <dsp:nvSpPr>
        <dsp:cNvPr id="0" name=""/>
        <dsp:cNvSpPr/>
      </dsp:nvSpPr>
      <dsp:spPr>
        <a:xfrm rot="16200000">
          <a:off x="3578054" y="1526164"/>
          <a:ext cx="971891" cy="22847"/>
        </a:xfrm>
        <a:custGeom>
          <a:avLst/>
          <a:gdLst/>
          <a:ahLst/>
          <a:cxnLst/>
          <a:rect l="0" t="0" r="0" b="0"/>
          <a:pathLst>
            <a:path>
              <a:moveTo>
                <a:pt x="0" y="11423"/>
              </a:moveTo>
              <a:lnTo>
                <a:pt x="971891" y="11423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39702" y="1513290"/>
        <a:ext cx="48594" cy="48594"/>
      </dsp:txXfrm>
    </dsp:sp>
    <dsp:sp modelId="{475F84D0-EC9B-41BD-97FB-4B4AEEBA8F39}">
      <dsp:nvSpPr>
        <dsp:cNvPr id="0" name=""/>
        <dsp:cNvSpPr/>
      </dsp:nvSpPr>
      <dsp:spPr>
        <a:xfrm>
          <a:off x="3548155" y="19953"/>
          <a:ext cx="1031688" cy="103168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Mobile App &amp; Backend</a:t>
          </a:r>
          <a:br>
            <a:rPr lang="en-US" sz="900" kern="1200" dirty="0"/>
          </a:br>
          <a:r>
            <a:rPr lang="en-US" sz="900" kern="1200" dirty="0">
              <a:solidFill>
                <a:srgbClr val="FAF4AC"/>
              </a:solidFill>
            </a:rPr>
            <a:t>INT-01</a:t>
          </a:r>
        </a:p>
      </dsp:txBody>
      <dsp:txXfrm>
        <a:off x="3699242" y="171040"/>
        <a:ext cx="729514" cy="729514"/>
      </dsp:txXfrm>
    </dsp:sp>
    <dsp:sp modelId="{9E84A03B-A4F2-47B4-A420-390824CC9F59}">
      <dsp:nvSpPr>
        <dsp:cNvPr id="0" name=""/>
        <dsp:cNvSpPr/>
      </dsp:nvSpPr>
      <dsp:spPr>
        <a:xfrm rot="18360000">
          <a:off x="4266789" y="1749947"/>
          <a:ext cx="971891" cy="22847"/>
        </a:xfrm>
        <a:custGeom>
          <a:avLst/>
          <a:gdLst/>
          <a:ahLst/>
          <a:cxnLst/>
          <a:rect l="0" t="0" r="0" b="0"/>
          <a:pathLst>
            <a:path>
              <a:moveTo>
                <a:pt x="0" y="11423"/>
              </a:moveTo>
              <a:lnTo>
                <a:pt x="971891" y="11423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28437" y="1737074"/>
        <a:ext cx="48594" cy="48594"/>
      </dsp:txXfrm>
    </dsp:sp>
    <dsp:sp modelId="{5067612F-BECE-4378-9753-6A239B292196}">
      <dsp:nvSpPr>
        <dsp:cNvPr id="0" name=""/>
        <dsp:cNvSpPr/>
      </dsp:nvSpPr>
      <dsp:spPr>
        <a:xfrm>
          <a:off x="4825727" y="435061"/>
          <a:ext cx="1031688" cy="1031688"/>
        </a:xfrm>
        <a:prstGeom prst="ellipse">
          <a:avLst/>
        </a:prstGeom>
        <a:solidFill>
          <a:schemeClr val="accent5">
            <a:hueOff val="820621"/>
            <a:satOff val="-3068"/>
            <a:lumOff val="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Eligibility Engine</a:t>
          </a:r>
          <a:br>
            <a:rPr lang="en-US" sz="900" kern="1200" dirty="0"/>
          </a:br>
          <a:r>
            <a:rPr lang="en-US" sz="900" kern="1200" dirty="0">
              <a:solidFill>
                <a:srgbClr val="FAF4AC"/>
              </a:solidFill>
            </a:rPr>
            <a:t>INT-02</a:t>
          </a:r>
        </a:p>
      </dsp:txBody>
      <dsp:txXfrm>
        <a:off x="4976814" y="586148"/>
        <a:ext cx="729514" cy="729514"/>
      </dsp:txXfrm>
    </dsp:sp>
    <dsp:sp modelId="{F7788542-B2DE-4C9D-8682-59BA078D70B0}">
      <dsp:nvSpPr>
        <dsp:cNvPr id="0" name=""/>
        <dsp:cNvSpPr/>
      </dsp:nvSpPr>
      <dsp:spPr>
        <a:xfrm rot="20520000">
          <a:off x="4692450" y="2335820"/>
          <a:ext cx="971891" cy="22847"/>
        </a:xfrm>
        <a:custGeom>
          <a:avLst/>
          <a:gdLst/>
          <a:ahLst/>
          <a:cxnLst/>
          <a:rect l="0" t="0" r="0" b="0"/>
          <a:pathLst>
            <a:path>
              <a:moveTo>
                <a:pt x="0" y="11423"/>
              </a:moveTo>
              <a:lnTo>
                <a:pt x="971891" y="11423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54098" y="2322946"/>
        <a:ext cx="48594" cy="48594"/>
      </dsp:txXfrm>
    </dsp:sp>
    <dsp:sp modelId="{13B610B7-B647-4680-A506-0D381AE4934E}">
      <dsp:nvSpPr>
        <dsp:cNvPr id="0" name=""/>
        <dsp:cNvSpPr/>
      </dsp:nvSpPr>
      <dsp:spPr>
        <a:xfrm>
          <a:off x="5615310" y="1521829"/>
          <a:ext cx="1031688" cy="1031688"/>
        </a:xfrm>
        <a:prstGeom prst="ellipse">
          <a:avLst/>
        </a:prstGeom>
        <a:solidFill>
          <a:schemeClr val="accent5">
            <a:hueOff val="1641242"/>
            <a:satOff val="-6137"/>
            <a:lumOff val="1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Commodity Platform</a:t>
          </a:r>
          <a:br>
            <a:rPr lang="en-US" sz="900" kern="1200" dirty="0"/>
          </a:br>
          <a:r>
            <a:rPr lang="en-US" sz="900" kern="1200" dirty="0">
              <a:solidFill>
                <a:srgbClr val="FAF4AC"/>
              </a:solidFill>
            </a:rPr>
            <a:t>INT-03</a:t>
          </a:r>
        </a:p>
      </dsp:txBody>
      <dsp:txXfrm>
        <a:off x="5766397" y="1672916"/>
        <a:ext cx="729514" cy="729514"/>
      </dsp:txXfrm>
    </dsp:sp>
    <dsp:sp modelId="{C6728755-37FC-46C0-8717-AB02BE553EBE}">
      <dsp:nvSpPr>
        <dsp:cNvPr id="0" name=""/>
        <dsp:cNvSpPr/>
      </dsp:nvSpPr>
      <dsp:spPr>
        <a:xfrm rot="1080000">
          <a:off x="4692450" y="3059999"/>
          <a:ext cx="971891" cy="22847"/>
        </a:xfrm>
        <a:custGeom>
          <a:avLst/>
          <a:gdLst/>
          <a:ahLst/>
          <a:cxnLst/>
          <a:rect l="0" t="0" r="0" b="0"/>
          <a:pathLst>
            <a:path>
              <a:moveTo>
                <a:pt x="0" y="11423"/>
              </a:moveTo>
              <a:lnTo>
                <a:pt x="971891" y="11423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54098" y="3047125"/>
        <a:ext cx="48594" cy="48594"/>
      </dsp:txXfrm>
    </dsp:sp>
    <dsp:sp modelId="{B26A5FE7-BC7D-43EB-B487-8688F3E50D4E}">
      <dsp:nvSpPr>
        <dsp:cNvPr id="0" name=""/>
        <dsp:cNvSpPr/>
      </dsp:nvSpPr>
      <dsp:spPr>
        <a:xfrm>
          <a:off x="5615310" y="2865148"/>
          <a:ext cx="1031688" cy="1031688"/>
        </a:xfrm>
        <a:prstGeom prst="ellipse">
          <a:avLst/>
        </a:prstGeom>
        <a:solidFill>
          <a:schemeClr val="accent5">
            <a:hueOff val="2461863"/>
            <a:satOff val="-9205"/>
            <a:lumOff val="19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Payment Gateways (TBD)</a:t>
          </a:r>
          <a:br>
            <a:rPr lang="en-US" sz="900" kern="1200" dirty="0"/>
          </a:br>
          <a:r>
            <a:rPr lang="en-US" sz="900" kern="1200" dirty="0">
              <a:solidFill>
                <a:srgbClr val="FAF4AC"/>
              </a:solidFill>
            </a:rPr>
            <a:t>INT-04</a:t>
          </a:r>
        </a:p>
      </dsp:txBody>
      <dsp:txXfrm>
        <a:off x="5766397" y="3016235"/>
        <a:ext cx="729514" cy="729514"/>
      </dsp:txXfrm>
    </dsp:sp>
    <dsp:sp modelId="{18E1B5BE-7B80-47D8-954A-DA662A120429}">
      <dsp:nvSpPr>
        <dsp:cNvPr id="0" name=""/>
        <dsp:cNvSpPr/>
      </dsp:nvSpPr>
      <dsp:spPr>
        <a:xfrm rot="3240000">
          <a:off x="4266789" y="3645871"/>
          <a:ext cx="971891" cy="22847"/>
        </a:xfrm>
        <a:custGeom>
          <a:avLst/>
          <a:gdLst/>
          <a:ahLst/>
          <a:cxnLst/>
          <a:rect l="0" t="0" r="0" b="0"/>
          <a:pathLst>
            <a:path>
              <a:moveTo>
                <a:pt x="0" y="11423"/>
              </a:moveTo>
              <a:lnTo>
                <a:pt x="971891" y="11423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28437" y="3632998"/>
        <a:ext cx="48594" cy="48594"/>
      </dsp:txXfrm>
    </dsp:sp>
    <dsp:sp modelId="{E4021DB7-C10F-403F-B578-854D0501903C}">
      <dsp:nvSpPr>
        <dsp:cNvPr id="0" name=""/>
        <dsp:cNvSpPr/>
      </dsp:nvSpPr>
      <dsp:spPr>
        <a:xfrm>
          <a:off x="4825727" y="3951916"/>
          <a:ext cx="1031688" cy="1031688"/>
        </a:xfrm>
        <a:prstGeom prst="ellipse">
          <a:avLst/>
        </a:prstGeom>
        <a:solidFill>
          <a:schemeClr val="accent5">
            <a:hueOff val="3282484"/>
            <a:satOff val="-12273"/>
            <a:lumOff val="2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Data Warehouse</a:t>
          </a:r>
          <a:br>
            <a:rPr lang="en-US" sz="900" kern="1200" dirty="0"/>
          </a:br>
          <a:r>
            <a:rPr lang="en-US" sz="900" kern="1200" dirty="0">
              <a:solidFill>
                <a:srgbClr val="FAF4AC"/>
              </a:solidFill>
            </a:rPr>
            <a:t>INT-09</a:t>
          </a:r>
        </a:p>
      </dsp:txBody>
      <dsp:txXfrm>
        <a:off x="4976814" y="4103003"/>
        <a:ext cx="729514" cy="729514"/>
      </dsp:txXfrm>
    </dsp:sp>
    <dsp:sp modelId="{0FA100B3-3B31-4875-A045-7E450DE22FAC}">
      <dsp:nvSpPr>
        <dsp:cNvPr id="0" name=""/>
        <dsp:cNvSpPr/>
      </dsp:nvSpPr>
      <dsp:spPr>
        <a:xfrm rot="5400000">
          <a:off x="3578054" y="3869655"/>
          <a:ext cx="971891" cy="22847"/>
        </a:xfrm>
        <a:custGeom>
          <a:avLst/>
          <a:gdLst/>
          <a:ahLst/>
          <a:cxnLst/>
          <a:rect l="0" t="0" r="0" b="0"/>
          <a:pathLst>
            <a:path>
              <a:moveTo>
                <a:pt x="0" y="11423"/>
              </a:moveTo>
              <a:lnTo>
                <a:pt x="971891" y="11423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39702" y="3856781"/>
        <a:ext cx="48594" cy="48594"/>
      </dsp:txXfrm>
    </dsp:sp>
    <dsp:sp modelId="{1E0A4302-A5C8-44A4-AB9D-2CB976D5BF61}">
      <dsp:nvSpPr>
        <dsp:cNvPr id="0" name=""/>
        <dsp:cNvSpPr/>
      </dsp:nvSpPr>
      <dsp:spPr>
        <a:xfrm>
          <a:off x="3548155" y="4367024"/>
          <a:ext cx="1031688" cy="1031688"/>
        </a:xfrm>
        <a:prstGeom prst="ellipse">
          <a:avLst/>
        </a:prstGeom>
        <a:solidFill>
          <a:schemeClr val="accent5">
            <a:hueOff val="4103105"/>
            <a:satOff val="-15342"/>
            <a:lumOff val="32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Identity Provider</a:t>
          </a:r>
          <a:br>
            <a:rPr lang="en-US" sz="900" kern="1200" dirty="0"/>
          </a:br>
          <a:r>
            <a:rPr lang="en-US" sz="900" kern="1200" dirty="0">
              <a:solidFill>
                <a:srgbClr val="FAF4AC"/>
              </a:solidFill>
            </a:rPr>
            <a:t>INT-10</a:t>
          </a:r>
        </a:p>
      </dsp:txBody>
      <dsp:txXfrm>
        <a:off x="3699242" y="4518111"/>
        <a:ext cx="729514" cy="729514"/>
      </dsp:txXfrm>
    </dsp:sp>
    <dsp:sp modelId="{39ADFC0D-21EE-426E-9DC7-BA3D66FC4EA1}">
      <dsp:nvSpPr>
        <dsp:cNvPr id="0" name=""/>
        <dsp:cNvSpPr/>
      </dsp:nvSpPr>
      <dsp:spPr>
        <a:xfrm rot="7560000">
          <a:off x="2889319" y="3645871"/>
          <a:ext cx="971891" cy="22847"/>
        </a:xfrm>
        <a:custGeom>
          <a:avLst/>
          <a:gdLst/>
          <a:ahLst/>
          <a:cxnLst/>
          <a:rect l="0" t="0" r="0" b="0"/>
          <a:pathLst>
            <a:path>
              <a:moveTo>
                <a:pt x="0" y="11423"/>
              </a:moveTo>
              <a:lnTo>
                <a:pt x="971891" y="11423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350968" y="3632998"/>
        <a:ext cx="48594" cy="48594"/>
      </dsp:txXfrm>
    </dsp:sp>
    <dsp:sp modelId="{F6011D6A-A04E-4544-9405-BAE60584EE7B}">
      <dsp:nvSpPr>
        <dsp:cNvPr id="0" name=""/>
        <dsp:cNvSpPr/>
      </dsp:nvSpPr>
      <dsp:spPr>
        <a:xfrm>
          <a:off x="2270583" y="3951916"/>
          <a:ext cx="1031688" cy="1031688"/>
        </a:xfrm>
        <a:prstGeom prst="ellipse">
          <a:avLst/>
        </a:prstGeom>
        <a:solidFill>
          <a:schemeClr val="accent5">
            <a:hueOff val="4923726"/>
            <a:satOff val="-18410"/>
            <a:lumOff val="39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Notifications</a:t>
          </a:r>
          <a:br>
            <a:rPr lang="en-US" sz="900" kern="1200" dirty="0"/>
          </a:br>
          <a:r>
            <a:rPr lang="en-US" sz="900" kern="1200" dirty="0">
              <a:solidFill>
                <a:srgbClr val="FAF4AC"/>
              </a:solidFill>
            </a:rPr>
            <a:t>INT-10</a:t>
          </a:r>
        </a:p>
      </dsp:txBody>
      <dsp:txXfrm>
        <a:off x="2421670" y="4103003"/>
        <a:ext cx="729514" cy="729514"/>
      </dsp:txXfrm>
    </dsp:sp>
    <dsp:sp modelId="{934EA895-7CBF-4AAC-BF09-97A6D9F9929B}">
      <dsp:nvSpPr>
        <dsp:cNvPr id="0" name=""/>
        <dsp:cNvSpPr/>
      </dsp:nvSpPr>
      <dsp:spPr>
        <a:xfrm rot="9720000">
          <a:off x="2463658" y="3059999"/>
          <a:ext cx="971891" cy="22847"/>
        </a:xfrm>
        <a:custGeom>
          <a:avLst/>
          <a:gdLst/>
          <a:ahLst/>
          <a:cxnLst/>
          <a:rect l="0" t="0" r="0" b="0"/>
          <a:pathLst>
            <a:path>
              <a:moveTo>
                <a:pt x="0" y="11423"/>
              </a:moveTo>
              <a:lnTo>
                <a:pt x="971891" y="11423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2925306" y="3047125"/>
        <a:ext cx="48594" cy="48594"/>
      </dsp:txXfrm>
    </dsp:sp>
    <dsp:sp modelId="{8C275A81-D758-499C-9761-F9D4AFB7984A}">
      <dsp:nvSpPr>
        <dsp:cNvPr id="0" name=""/>
        <dsp:cNvSpPr/>
      </dsp:nvSpPr>
      <dsp:spPr>
        <a:xfrm>
          <a:off x="1481000" y="2865148"/>
          <a:ext cx="1031688" cy="1031688"/>
        </a:xfrm>
        <a:prstGeom prst="ellipse">
          <a:avLst/>
        </a:prstGeom>
        <a:solidFill>
          <a:schemeClr val="accent5">
            <a:hueOff val="5744347"/>
            <a:satOff val="-21478"/>
            <a:lumOff val="45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AML / Sanctions</a:t>
          </a:r>
          <a:br>
            <a:rPr lang="en-US" sz="900" kern="1200" dirty="0"/>
          </a:br>
          <a:r>
            <a:rPr lang="en-US" sz="900" kern="1200" dirty="0">
              <a:solidFill>
                <a:srgbClr val="FAF4AC"/>
              </a:solidFill>
            </a:rPr>
            <a:t>INT-08</a:t>
          </a:r>
        </a:p>
      </dsp:txBody>
      <dsp:txXfrm>
        <a:off x="1632087" y="3016235"/>
        <a:ext cx="729514" cy="729514"/>
      </dsp:txXfrm>
    </dsp:sp>
    <dsp:sp modelId="{CA16CEFF-5BA1-46F3-A06E-E1EB88A3E49F}">
      <dsp:nvSpPr>
        <dsp:cNvPr id="0" name=""/>
        <dsp:cNvSpPr/>
      </dsp:nvSpPr>
      <dsp:spPr>
        <a:xfrm rot="11880000">
          <a:off x="2463658" y="2335820"/>
          <a:ext cx="971891" cy="22847"/>
        </a:xfrm>
        <a:custGeom>
          <a:avLst/>
          <a:gdLst/>
          <a:ahLst/>
          <a:cxnLst/>
          <a:rect l="0" t="0" r="0" b="0"/>
          <a:pathLst>
            <a:path>
              <a:moveTo>
                <a:pt x="0" y="11423"/>
              </a:moveTo>
              <a:lnTo>
                <a:pt x="971891" y="11423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2925306" y="2322946"/>
        <a:ext cx="48594" cy="48594"/>
      </dsp:txXfrm>
    </dsp:sp>
    <dsp:sp modelId="{5E3D2FF7-35FA-495F-9959-57F9F88580AC}">
      <dsp:nvSpPr>
        <dsp:cNvPr id="0" name=""/>
        <dsp:cNvSpPr/>
      </dsp:nvSpPr>
      <dsp:spPr>
        <a:xfrm>
          <a:off x="1481000" y="1521829"/>
          <a:ext cx="1031688" cy="1031688"/>
        </a:xfrm>
        <a:prstGeom prst="ellipse">
          <a:avLst/>
        </a:prstGeom>
        <a:solidFill>
          <a:schemeClr val="accent5">
            <a:hueOff val="6564968"/>
            <a:satOff val="-24547"/>
            <a:lumOff val="5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Credit Bureau (Benefit)</a:t>
          </a:r>
          <a:br>
            <a:rPr lang="en-US" sz="900" kern="1200" dirty="0"/>
          </a:br>
          <a:r>
            <a:rPr lang="en-US" sz="900" kern="1200" dirty="0">
              <a:solidFill>
                <a:srgbClr val="FAF4AC"/>
              </a:solidFill>
            </a:rPr>
            <a:t>INT-06</a:t>
          </a:r>
        </a:p>
      </dsp:txBody>
      <dsp:txXfrm>
        <a:off x="1632087" y="1672916"/>
        <a:ext cx="729514" cy="729514"/>
      </dsp:txXfrm>
    </dsp:sp>
    <dsp:sp modelId="{3DF2FDC3-29D0-4BE1-AEDD-09C6DDB4EB7A}">
      <dsp:nvSpPr>
        <dsp:cNvPr id="0" name=""/>
        <dsp:cNvSpPr/>
      </dsp:nvSpPr>
      <dsp:spPr>
        <a:xfrm rot="14040000">
          <a:off x="2889319" y="1749947"/>
          <a:ext cx="971891" cy="22847"/>
        </a:xfrm>
        <a:custGeom>
          <a:avLst/>
          <a:gdLst/>
          <a:ahLst/>
          <a:cxnLst/>
          <a:rect l="0" t="0" r="0" b="0"/>
          <a:pathLst>
            <a:path>
              <a:moveTo>
                <a:pt x="0" y="11423"/>
              </a:moveTo>
              <a:lnTo>
                <a:pt x="971891" y="11423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350968" y="1737074"/>
        <a:ext cx="48594" cy="48594"/>
      </dsp:txXfrm>
    </dsp:sp>
    <dsp:sp modelId="{DE570529-74F8-41BE-841C-FDE7CBC028BB}">
      <dsp:nvSpPr>
        <dsp:cNvPr id="0" name=""/>
        <dsp:cNvSpPr/>
      </dsp:nvSpPr>
      <dsp:spPr>
        <a:xfrm>
          <a:off x="2270583" y="435061"/>
          <a:ext cx="1031688" cy="1031688"/>
        </a:xfrm>
        <a:prstGeom prst="ellipse">
          <a:avLst/>
        </a:prstGeom>
        <a:solidFill>
          <a:schemeClr val="accent5">
            <a:hueOff val="7385589"/>
            <a:satOff val="-27615"/>
            <a:lumOff val="5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Core Banking (KFH)</a:t>
          </a:r>
          <a:br>
            <a:rPr lang="en-US" sz="900" kern="1200" dirty="0"/>
          </a:br>
          <a:r>
            <a:rPr lang="en-US" sz="900" kern="1200" dirty="0">
              <a:solidFill>
                <a:srgbClr val="FAF4AC"/>
              </a:solidFill>
            </a:rPr>
            <a:t>INT-05</a:t>
          </a:r>
        </a:p>
      </dsp:txBody>
      <dsp:txXfrm>
        <a:off x="2421670" y="586148"/>
        <a:ext cx="729514" cy="7295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F10127-80DB-488A-8AEA-3FB6AF266742}">
      <dsp:nvSpPr>
        <dsp:cNvPr id="0" name=""/>
        <dsp:cNvSpPr/>
      </dsp:nvSpPr>
      <dsp:spPr>
        <a:xfrm>
          <a:off x="4672" y="273704"/>
          <a:ext cx="1448500" cy="163805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1. Discovery</a:t>
          </a:r>
          <a:br>
            <a:rPr lang="en-US" sz="1600" kern="1200" dirty="0"/>
          </a:br>
          <a:r>
            <a:rPr lang="en-US" sz="1050" kern="1200" dirty="0">
              <a:solidFill>
                <a:srgbClr val="FAF4AC"/>
              </a:solidFill>
            </a:rPr>
            <a:t>On-site workshops; signed-off specs and backlog</a:t>
          </a:r>
          <a:br>
            <a:rPr lang="en-US" sz="1050" kern="1200" dirty="0">
              <a:solidFill>
                <a:srgbClr val="FAF4AC"/>
              </a:solidFill>
            </a:rPr>
          </a:br>
          <a:r>
            <a:rPr lang="en-US" sz="1050" kern="1200" dirty="0">
              <a:solidFill>
                <a:srgbClr val="FAF4AC"/>
              </a:solidFill>
            </a:rPr>
            <a:t>D-01 - 02</a:t>
          </a:r>
          <a:endParaRPr lang="en-US" sz="1600" kern="1200" dirty="0">
            <a:solidFill>
              <a:srgbClr val="FAF4AC"/>
            </a:solidFill>
          </a:endParaRPr>
        </a:p>
      </dsp:txBody>
      <dsp:txXfrm>
        <a:off x="47097" y="316129"/>
        <a:ext cx="1363650" cy="1553200"/>
      </dsp:txXfrm>
    </dsp:sp>
    <dsp:sp modelId="{BD9B10AA-C2A1-4842-82A4-F1ED57AA3EDF}">
      <dsp:nvSpPr>
        <dsp:cNvPr id="0" name=""/>
        <dsp:cNvSpPr/>
      </dsp:nvSpPr>
      <dsp:spPr>
        <a:xfrm>
          <a:off x="1598023" y="913115"/>
          <a:ext cx="307082" cy="3592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598023" y="984961"/>
        <a:ext cx="214957" cy="215536"/>
      </dsp:txXfrm>
    </dsp:sp>
    <dsp:sp modelId="{96B24397-7842-4BA6-9D54-344372000912}">
      <dsp:nvSpPr>
        <dsp:cNvPr id="0" name=""/>
        <dsp:cNvSpPr/>
      </dsp:nvSpPr>
      <dsp:spPr>
        <a:xfrm>
          <a:off x="2032573" y="273704"/>
          <a:ext cx="1448500" cy="1638050"/>
        </a:xfrm>
        <a:prstGeom prst="roundRect">
          <a:avLst>
            <a:gd name="adj" fmla="val 10000"/>
          </a:avLst>
        </a:prstGeom>
        <a:solidFill>
          <a:schemeClr val="accent5">
            <a:hueOff val="1846397"/>
            <a:satOff val="-6904"/>
            <a:lumOff val="14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2. Build &amp; SIT</a:t>
          </a:r>
          <a:br>
            <a:rPr lang="en-US" sz="1600" kern="1200" dirty="0"/>
          </a:br>
          <a:r>
            <a:rPr lang="en-US" sz="1050" kern="1200" dirty="0">
              <a:solidFill>
                <a:srgbClr val="FAF4AC"/>
              </a:solidFill>
            </a:rPr>
            <a:t>FOO deploys to dev; evidence-based testing</a:t>
          </a:r>
          <a:br>
            <a:rPr lang="en-US" sz="1050" kern="1200" dirty="0">
              <a:solidFill>
                <a:srgbClr val="FAF4AC"/>
              </a:solidFill>
            </a:rPr>
          </a:br>
          <a:r>
            <a:rPr lang="en-US" sz="1050" kern="1200" dirty="0">
              <a:solidFill>
                <a:srgbClr val="FAF4AC"/>
              </a:solidFill>
            </a:rPr>
            <a:t>D-03 - 08</a:t>
          </a:r>
          <a:endParaRPr lang="en-US" sz="1600" kern="1200" dirty="0">
            <a:solidFill>
              <a:srgbClr val="FAF4AC"/>
            </a:solidFill>
          </a:endParaRPr>
        </a:p>
      </dsp:txBody>
      <dsp:txXfrm>
        <a:off x="2074998" y="316129"/>
        <a:ext cx="1363650" cy="1553200"/>
      </dsp:txXfrm>
    </dsp:sp>
    <dsp:sp modelId="{B7E29923-4FD9-4E90-A9D3-13563B6C9E65}">
      <dsp:nvSpPr>
        <dsp:cNvPr id="0" name=""/>
        <dsp:cNvSpPr/>
      </dsp:nvSpPr>
      <dsp:spPr>
        <a:xfrm>
          <a:off x="3625924" y="913115"/>
          <a:ext cx="307082" cy="3592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2461863"/>
            <a:satOff val="-9205"/>
            <a:lumOff val="19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625924" y="984961"/>
        <a:ext cx="214957" cy="215536"/>
      </dsp:txXfrm>
    </dsp:sp>
    <dsp:sp modelId="{285765AF-214E-496D-8695-7E6CABC6FBE9}">
      <dsp:nvSpPr>
        <dsp:cNvPr id="0" name=""/>
        <dsp:cNvSpPr/>
      </dsp:nvSpPr>
      <dsp:spPr>
        <a:xfrm>
          <a:off x="4060474" y="273704"/>
          <a:ext cx="1448500" cy="1638050"/>
        </a:xfrm>
        <a:prstGeom prst="roundRect">
          <a:avLst>
            <a:gd name="adj" fmla="val 10000"/>
          </a:avLst>
        </a:prstGeom>
        <a:solidFill>
          <a:schemeClr val="accent5">
            <a:hueOff val="3692795"/>
            <a:satOff val="-13808"/>
            <a:lumOff val="29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3. UAT &amp; Gates</a:t>
          </a:r>
          <a:br>
            <a:rPr lang="en-US" sz="1600" kern="1200" dirty="0"/>
          </a:br>
          <a:r>
            <a:rPr lang="en-US" sz="1050" kern="1200" dirty="0">
              <a:solidFill>
                <a:srgbClr val="FAF4AC"/>
              </a:solidFill>
            </a:rPr>
            <a:t>Bede sigh-off; performance, </a:t>
          </a:r>
          <a:r>
            <a:rPr lang="en-US" sz="1050" kern="1200" dirty="0" err="1">
              <a:solidFill>
                <a:srgbClr val="FAF4AC"/>
              </a:solidFill>
            </a:rPr>
            <a:t>pentest</a:t>
          </a:r>
          <a:r>
            <a:rPr lang="en-US" sz="1050" kern="1200" dirty="0">
              <a:solidFill>
                <a:srgbClr val="FAF4AC"/>
              </a:solidFill>
            </a:rPr>
            <a:t>, DR tests</a:t>
          </a:r>
          <a:br>
            <a:rPr lang="en-US" sz="1050" kern="1200" dirty="0">
              <a:solidFill>
                <a:srgbClr val="FAF4AC"/>
              </a:solidFill>
            </a:rPr>
          </a:br>
          <a:r>
            <a:rPr lang="en-US" sz="1050" kern="1200" dirty="0">
              <a:solidFill>
                <a:srgbClr val="FAF4AC"/>
              </a:solidFill>
            </a:rPr>
            <a:t>D-09 - 10</a:t>
          </a:r>
        </a:p>
      </dsp:txBody>
      <dsp:txXfrm>
        <a:off x="4102899" y="316129"/>
        <a:ext cx="1363650" cy="1553200"/>
      </dsp:txXfrm>
    </dsp:sp>
    <dsp:sp modelId="{53A2883E-8E9A-48D9-AD45-B9B82D4617C7}">
      <dsp:nvSpPr>
        <dsp:cNvPr id="0" name=""/>
        <dsp:cNvSpPr/>
      </dsp:nvSpPr>
      <dsp:spPr>
        <a:xfrm>
          <a:off x="5653825" y="913115"/>
          <a:ext cx="307082" cy="3592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4923726"/>
            <a:satOff val="-18410"/>
            <a:lumOff val="3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5653825" y="984961"/>
        <a:ext cx="214957" cy="215536"/>
      </dsp:txXfrm>
    </dsp:sp>
    <dsp:sp modelId="{57846A7A-634F-486F-BBEC-A8D8268CEF68}">
      <dsp:nvSpPr>
        <dsp:cNvPr id="0" name=""/>
        <dsp:cNvSpPr/>
      </dsp:nvSpPr>
      <dsp:spPr>
        <a:xfrm>
          <a:off x="6088375" y="273704"/>
          <a:ext cx="1448500" cy="1638050"/>
        </a:xfrm>
        <a:prstGeom prst="roundRect">
          <a:avLst>
            <a:gd name="adj" fmla="val 10000"/>
          </a:avLst>
        </a:prstGeom>
        <a:solidFill>
          <a:schemeClr val="accent5">
            <a:hueOff val="5539192"/>
            <a:satOff val="-20711"/>
            <a:lumOff val="44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4. Migrate &amp; Go-live</a:t>
          </a:r>
          <a:br>
            <a:rPr lang="en-US" sz="1600" kern="1200" dirty="0"/>
          </a:br>
          <a:r>
            <a:rPr lang="en-US" sz="1050" kern="1200" dirty="0">
              <a:solidFill>
                <a:srgbClr val="FAF4AC"/>
              </a:solidFill>
            </a:rPr>
            <a:t>Simulated cut-overs; &lt; 2h downtime</a:t>
          </a:r>
          <a:br>
            <a:rPr lang="en-US" sz="1050" kern="1200" dirty="0">
              <a:solidFill>
                <a:srgbClr val="FAF4AC"/>
              </a:solidFill>
            </a:rPr>
          </a:br>
          <a:r>
            <a:rPr lang="en-US" sz="1050" kern="1200" dirty="0">
              <a:solidFill>
                <a:srgbClr val="FAF4AC"/>
              </a:solidFill>
            </a:rPr>
            <a:t>M-01 - 08</a:t>
          </a:r>
          <a:endParaRPr lang="en-US" sz="1600" kern="1200" dirty="0">
            <a:solidFill>
              <a:srgbClr val="FAF4AC"/>
            </a:solidFill>
          </a:endParaRPr>
        </a:p>
      </dsp:txBody>
      <dsp:txXfrm>
        <a:off x="6130800" y="316129"/>
        <a:ext cx="1363650" cy="1553200"/>
      </dsp:txXfrm>
    </dsp:sp>
    <dsp:sp modelId="{D13F4DD8-B5B0-42A2-878C-AE4390E8178B}">
      <dsp:nvSpPr>
        <dsp:cNvPr id="0" name=""/>
        <dsp:cNvSpPr/>
      </dsp:nvSpPr>
      <dsp:spPr>
        <a:xfrm>
          <a:off x="7681726" y="913115"/>
          <a:ext cx="307082" cy="3592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7385589"/>
            <a:satOff val="-27615"/>
            <a:lumOff val="58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7681726" y="984961"/>
        <a:ext cx="214957" cy="215536"/>
      </dsp:txXfrm>
    </dsp:sp>
    <dsp:sp modelId="{99EA7E94-FA8B-434E-8974-63AEF8624430}">
      <dsp:nvSpPr>
        <dsp:cNvPr id="0" name=""/>
        <dsp:cNvSpPr/>
      </dsp:nvSpPr>
      <dsp:spPr>
        <a:xfrm>
          <a:off x="8116276" y="273704"/>
          <a:ext cx="1448500" cy="1638050"/>
        </a:xfrm>
        <a:prstGeom prst="roundRect">
          <a:avLst>
            <a:gd name="adj" fmla="val 10000"/>
          </a:avLst>
        </a:prstGeom>
        <a:solidFill>
          <a:schemeClr val="accent5">
            <a:hueOff val="7385589"/>
            <a:satOff val="-27615"/>
            <a:lumOff val="5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5. Hypercare &amp; Run</a:t>
          </a:r>
          <a:br>
            <a:rPr lang="en-US" sz="1600" kern="1200" dirty="0"/>
          </a:br>
          <a:r>
            <a:rPr lang="en-US" sz="1050" kern="1200" dirty="0">
              <a:solidFill>
                <a:srgbClr val="FAF4AC"/>
              </a:solidFill>
            </a:rPr>
            <a:t>On-ground, warranty, 24x7 support</a:t>
          </a:r>
          <a:br>
            <a:rPr lang="en-US" sz="1050" kern="1200" dirty="0">
              <a:solidFill>
                <a:srgbClr val="FAF4AC"/>
              </a:solidFill>
            </a:rPr>
          </a:br>
          <a:r>
            <a:rPr lang="en-US" sz="1050" kern="1200" dirty="0">
              <a:solidFill>
                <a:srgbClr val="FAF4AC"/>
              </a:solidFill>
            </a:rPr>
            <a:t>S-01 - 07</a:t>
          </a:r>
          <a:endParaRPr lang="en-US" sz="1600" kern="1200" dirty="0">
            <a:solidFill>
              <a:srgbClr val="FAF4AC"/>
            </a:solidFill>
          </a:endParaRPr>
        </a:p>
      </dsp:txBody>
      <dsp:txXfrm>
        <a:off x="8158701" y="316129"/>
        <a:ext cx="1363650" cy="15532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F10127-80DB-488A-8AEA-3FB6AF266742}">
      <dsp:nvSpPr>
        <dsp:cNvPr id="0" name=""/>
        <dsp:cNvSpPr/>
      </dsp:nvSpPr>
      <dsp:spPr>
        <a:xfrm>
          <a:off x="8410" y="338574"/>
          <a:ext cx="2513849" cy="1508309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Steering Committee</a:t>
          </a:r>
          <a:br>
            <a:rPr lang="en-US" sz="1600" kern="1200" dirty="0"/>
          </a:br>
          <a:r>
            <a:rPr lang="en-US" sz="1050" kern="1200" dirty="0"/>
            <a:t>Monthly, executive sponsor, Head of IT, Foo Account </a:t>
          </a:r>
          <a:r>
            <a:rPr lang="en-US" sz="1050" kern="1200" dirty="0" err="1"/>
            <a:t>Mgr</a:t>
          </a:r>
          <a:br>
            <a:rPr lang="en-US" sz="1050" kern="1200" dirty="0"/>
          </a:br>
          <a:r>
            <a:rPr lang="en-US" sz="1050" kern="1200" dirty="0"/>
            <a:t>G-01</a:t>
          </a:r>
          <a:endParaRPr lang="en-US" sz="1600" kern="1200" dirty="0"/>
        </a:p>
      </dsp:txBody>
      <dsp:txXfrm>
        <a:off x="52587" y="382751"/>
        <a:ext cx="2425495" cy="1419955"/>
      </dsp:txXfrm>
    </dsp:sp>
    <dsp:sp modelId="{BD9B10AA-C2A1-4842-82A4-F1ED57AA3EDF}">
      <dsp:nvSpPr>
        <dsp:cNvPr id="0" name=""/>
        <dsp:cNvSpPr/>
      </dsp:nvSpPr>
      <dsp:spPr>
        <a:xfrm>
          <a:off x="2773645" y="781012"/>
          <a:ext cx="532936" cy="62343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773645" y="905699"/>
        <a:ext cx="373055" cy="374060"/>
      </dsp:txXfrm>
    </dsp:sp>
    <dsp:sp modelId="{96B24397-7842-4BA6-9D54-344372000912}">
      <dsp:nvSpPr>
        <dsp:cNvPr id="0" name=""/>
        <dsp:cNvSpPr/>
      </dsp:nvSpPr>
      <dsp:spPr>
        <a:xfrm>
          <a:off x="3527800" y="338574"/>
          <a:ext cx="2513849" cy="1508309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2919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Weekly Status</a:t>
          </a:r>
          <a:br>
            <a:rPr lang="en-US" sz="1600" kern="1200"/>
          </a:br>
          <a:r>
            <a:rPr lang="en-US" sz="1050" kern="1200"/>
            <a:t>PM; decisions register</a:t>
          </a:r>
          <a:br>
            <a:rPr lang="en-US" sz="1050" kern="1200"/>
          </a:br>
          <a:r>
            <a:rPr lang="en-US" sz="1050" kern="1200"/>
            <a:t>G-02 - 04</a:t>
          </a:r>
          <a:endParaRPr lang="en-US" sz="1600" kern="1200" dirty="0"/>
        </a:p>
      </dsp:txBody>
      <dsp:txXfrm>
        <a:off x="3571977" y="382751"/>
        <a:ext cx="2425495" cy="1419955"/>
      </dsp:txXfrm>
    </dsp:sp>
    <dsp:sp modelId="{B7E29923-4FD9-4E90-A9D3-13563B6C9E65}">
      <dsp:nvSpPr>
        <dsp:cNvPr id="0" name=""/>
        <dsp:cNvSpPr/>
      </dsp:nvSpPr>
      <dsp:spPr>
        <a:xfrm>
          <a:off x="6293034" y="781012"/>
          <a:ext cx="532936" cy="62343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583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293034" y="905699"/>
        <a:ext cx="373055" cy="374060"/>
      </dsp:txXfrm>
    </dsp:sp>
    <dsp:sp modelId="{285765AF-214E-496D-8695-7E6CABC6FBE9}">
      <dsp:nvSpPr>
        <dsp:cNvPr id="0" name=""/>
        <dsp:cNvSpPr/>
      </dsp:nvSpPr>
      <dsp:spPr>
        <a:xfrm>
          <a:off x="7047189" y="338574"/>
          <a:ext cx="2513849" cy="1508309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583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Change Control</a:t>
          </a:r>
          <a:br>
            <a:rPr lang="en-US" sz="1600" kern="1200"/>
          </a:br>
          <a:r>
            <a:rPr lang="en-US" sz="1050" kern="1200"/>
            <a:t>Written Change Requests; agreed Rate</a:t>
          </a:r>
          <a:br>
            <a:rPr lang="en-US" sz="1050" kern="1200"/>
          </a:br>
          <a:r>
            <a:rPr lang="en-US" sz="1050" kern="1200"/>
            <a:t>C-05</a:t>
          </a:r>
          <a:endParaRPr lang="en-US" sz="1050" kern="1200" dirty="0"/>
        </a:p>
      </dsp:txBody>
      <dsp:txXfrm>
        <a:off x="7091366" y="382751"/>
        <a:ext cx="2425495" cy="141995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FE0229-FE76-4D18-98B5-2827F64C22F8}">
      <dsp:nvSpPr>
        <dsp:cNvPr id="0" name=""/>
        <dsp:cNvSpPr/>
      </dsp:nvSpPr>
      <dsp:spPr>
        <a:xfrm>
          <a:off x="0" y="587217"/>
          <a:ext cx="3264793" cy="19588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99.9%</a:t>
          </a:r>
          <a:br>
            <a:rPr lang="en-US" sz="1400" kern="1200" dirty="0"/>
          </a:br>
          <a:r>
            <a:rPr lang="en-US" sz="1600" b="1" kern="1200" dirty="0">
              <a:solidFill>
                <a:srgbClr val="FFFF00"/>
              </a:solidFill>
            </a:rPr>
            <a:t>Availability</a:t>
          </a:r>
          <a:br>
            <a:rPr lang="en-US" sz="1400" kern="1200" dirty="0"/>
          </a:br>
          <a:r>
            <a:rPr lang="en-US" sz="1400" kern="1200" dirty="0"/>
            <a:t>RTO 1h, RPO 15 min, multi-AZ in Ireland, multi-Region</a:t>
          </a:r>
          <a:br>
            <a:rPr lang="en-US" sz="1400" kern="1200" dirty="0"/>
          </a:br>
          <a:br>
            <a:rPr lang="en-US" sz="1400" kern="1200" dirty="0"/>
          </a:br>
          <a:r>
            <a:rPr lang="en-US" sz="1100" kern="1200" dirty="0">
              <a:solidFill>
                <a:schemeClr val="tx2">
                  <a:lumMod val="10000"/>
                  <a:lumOff val="90000"/>
                </a:schemeClr>
              </a:solidFill>
            </a:rPr>
            <a:t>NFR-01 – 05</a:t>
          </a:r>
        </a:p>
      </dsp:txBody>
      <dsp:txXfrm>
        <a:off x="0" y="587217"/>
        <a:ext cx="3264793" cy="1958875"/>
      </dsp:txXfrm>
    </dsp:sp>
    <dsp:sp modelId="{2A6790A8-AEBD-401E-B18E-7025A2AC7BA8}">
      <dsp:nvSpPr>
        <dsp:cNvPr id="0" name=""/>
        <dsp:cNvSpPr/>
      </dsp:nvSpPr>
      <dsp:spPr>
        <a:xfrm>
          <a:off x="3591272" y="587217"/>
          <a:ext cx="3264793" cy="1958875"/>
        </a:xfrm>
        <a:prstGeom prst="rect">
          <a:avLst/>
        </a:prstGeom>
        <a:solidFill>
          <a:schemeClr val="accent5">
            <a:hueOff val="1477118"/>
            <a:satOff val="-5523"/>
            <a:lumOff val="11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Zero</a:t>
          </a:r>
          <a:br>
            <a:rPr lang="en-US" sz="1400" kern="1200" dirty="0"/>
          </a:br>
          <a:r>
            <a:rPr lang="en-US" sz="1600" b="1" kern="1200" dirty="0">
              <a:solidFill>
                <a:srgbClr val="FFFF00"/>
              </a:solidFill>
            </a:rPr>
            <a:t>Downtime Releases</a:t>
          </a:r>
          <a:br>
            <a:rPr lang="en-US" sz="1400" kern="1200" dirty="0"/>
          </a:br>
          <a:r>
            <a:rPr lang="en-US" sz="1400" kern="1200" dirty="0"/>
            <a:t>Tested rollback on every deployment</a:t>
          </a:r>
          <a:br>
            <a:rPr lang="en-US" sz="1400" kern="1200" dirty="0"/>
          </a:br>
          <a:br>
            <a:rPr lang="en-US" sz="1400" kern="1200" dirty="0"/>
          </a:br>
          <a:br>
            <a:rPr lang="en-US" sz="1400" kern="1200" dirty="0"/>
          </a:br>
          <a:r>
            <a:rPr lang="en-US" sz="1100" kern="1200" dirty="0">
              <a:solidFill>
                <a:schemeClr val="tx2">
                  <a:lumMod val="10000"/>
                  <a:lumOff val="90000"/>
                </a:schemeClr>
              </a:solidFill>
            </a:rPr>
            <a:t>NFR-20 – 21</a:t>
          </a:r>
        </a:p>
      </dsp:txBody>
      <dsp:txXfrm>
        <a:off x="3591272" y="587217"/>
        <a:ext cx="3264793" cy="1958875"/>
      </dsp:txXfrm>
    </dsp:sp>
    <dsp:sp modelId="{215E25E4-DC9E-4C45-9272-BEB839F61255}">
      <dsp:nvSpPr>
        <dsp:cNvPr id="0" name=""/>
        <dsp:cNvSpPr/>
      </dsp:nvSpPr>
      <dsp:spPr>
        <a:xfrm>
          <a:off x="7182544" y="587217"/>
          <a:ext cx="3264793" cy="1958875"/>
        </a:xfrm>
        <a:prstGeom prst="rect">
          <a:avLst/>
        </a:prstGeom>
        <a:solidFill>
          <a:schemeClr val="accent5">
            <a:hueOff val="2954236"/>
            <a:satOff val="-11046"/>
            <a:lumOff val="2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&lt; 2 hours</a:t>
          </a:r>
          <a:br>
            <a:rPr lang="en-US" sz="1400" kern="1200" dirty="0"/>
          </a:br>
          <a:r>
            <a:rPr lang="en-US" sz="1600" b="1" kern="1200" dirty="0">
              <a:solidFill>
                <a:srgbClr val="FFFF00"/>
              </a:solidFill>
            </a:rPr>
            <a:t>Cut-over Downtime</a:t>
          </a:r>
          <a:br>
            <a:rPr lang="en-US" sz="1400" kern="1200" dirty="0"/>
          </a:br>
          <a:r>
            <a:rPr lang="en-US" sz="1400" kern="1200" dirty="0"/>
            <a:t>Rehearsed simulations before go-live</a:t>
          </a:r>
          <a:br>
            <a:rPr lang="en-US" sz="1400" kern="1200" dirty="0"/>
          </a:br>
          <a:br>
            <a:rPr lang="en-US" sz="1400" kern="1200" dirty="0"/>
          </a:br>
          <a:br>
            <a:rPr lang="en-US" sz="1400" kern="1200" dirty="0"/>
          </a:br>
          <a:r>
            <a:rPr lang="en-US" sz="1100" kern="1200" dirty="0">
              <a:solidFill>
                <a:schemeClr val="tx2">
                  <a:lumMod val="10000"/>
                  <a:lumOff val="90000"/>
                </a:schemeClr>
              </a:solidFill>
            </a:rPr>
            <a:t>M-05 – 07</a:t>
          </a:r>
        </a:p>
      </dsp:txBody>
      <dsp:txXfrm>
        <a:off x="7182544" y="587217"/>
        <a:ext cx="3264793" cy="1958875"/>
      </dsp:txXfrm>
    </dsp:sp>
    <dsp:sp modelId="{079F8C2E-840E-4371-A143-58EEC034D2FE}">
      <dsp:nvSpPr>
        <dsp:cNvPr id="0" name=""/>
        <dsp:cNvSpPr/>
      </dsp:nvSpPr>
      <dsp:spPr>
        <a:xfrm>
          <a:off x="0" y="2872573"/>
          <a:ext cx="3264793" cy="1958875"/>
        </a:xfrm>
        <a:prstGeom prst="rect">
          <a:avLst/>
        </a:prstGeom>
        <a:solidFill>
          <a:schemeClr val="accent5">
            <a:hueOff val="4431354"/>
            <a:satOff val="-16569"/>
            <a:lumOff val="3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24x7</a:t>
          </a:r>
          <a:br>
            <a:rPr lang="en-US" sz="1400" kern="1200" dirty="0"/>
          </a:br>
          <a:r>
            <a:rPr lang="en-US" sz="1600" b="1" kern="1200" dirty="0">
              <a:solidFill>
                <a:srgbClr val="FFFF00"/>
              </a:solidFill>
            </a:rPr>
            <a:t>Support</a:t>
          </a:r>
          <a:br>
            <a:rPr lang="en-US" sz="1400" kern="1200" dirty="0"/>
          </a:br>
          <a:r>
            <a:rPr lang="en-US" sz="1400" kern="1200" dirty="0"/>
            <a:t>Severity-1 response 15 mins, resolution 2 hours</a:t>
          </a:r>
          <a:br>
            <a:rPr lang="en-US" sz="1400" kern="1200" dirty="0"/>
          </a:br>
          <a:br>
            <a:rPr lang="en-US" sz="1400" kern="1200" dirty="0"/>
          </a:br>
          <a:r>
            <a:rPr lang="en-US" sz="1100" kern="1200" dirty="0">
              <a:solidFill>
                <a:schemeClr val="tx2">
                  <a:lumMod val="10000"/>
                  <a:lumOff val="90000"/>
                </a:schemeClr>
              </a:solidFill>
            </a:rPr>
            <a:t>S-03 – 04</a:t>
          </a:r>
        </a:p>
      </dsp:txBody>
      <dsp:txXfrm>
        <a:off x="0" y="2872573"/>
        <a:ext cx="3264793" cy="1958875"/>
      </dsp:txXfrm>
    </dsp:sp>
    <dsp:sp modelId="{98DD4620-CBA5-429B-879A-EA8416943229}">
      <dsp:nvSpPr>
        <dsp:cNvPr id="0" name=""/>
        <dsp:cNvSpPr/>
      </dsp:nvSpPr>
      <dsp:spPr>
        <a:xfrm>
          <a:off x="3591272" y="2872573"/>
          <a:ext cx="3264793" cy="1958875"/>
        </a:xfrm>
        <a:prstGeom prst="rect">
          <a:avLst/>
        </a:prstGeom>
        <a:solidFill>
          <a:schemeClr val="accent5">
            <a:hueOff val="5908472"/>
            <a:satOff val="-22092"/>
            <a:lumOff val="4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Monthly</a:t>
          </a:r>
          <a:br>
            <a:rPr lang="en-US" sz="1400" kern="1200" dirty="0"/>
          </a:br>
          <a:r>
            <a:rPr lang="en-US" sz="1600" b="1" kern="1200" dirty="0">
              <a:solidFill>
                <a:srgbClr val="FFFF00"/>
              </a:solidFill>
            </a:rPr>
            <a:t>Security Release</a:t>
          </a:r>
          <a:br>
            <a:rPr lang="en-US" sz="1400" kern="1200" dirty="0"/>
          </a:br>
          <a:r>
            <a:rPr lang="en-US" sz="1400" kern="1200" dirty="0"/>
            <a:t>Vulnerability report; Critical fixed in 72h</a:t>
          </a:r>
          <a:br>
            <a:rPr lang="en-US" sz="1400" kern="1200" dirty="0"/>
          </a:br>
          <a:br>
            <a:rPr lang="en-US" sz="1400" kern="1200" dirty="0"/>
          </a:br>
          <a:r>
            <a:rPr lang="en-US" sz="1100" kern="1200" dirty="0">
              <a:solidFill>
                <a:schemeClr val="tx2">
                  <a:lumMod val="10000"/>
                  <a:lumOff val="90000"/>
                </a:schemeClr>
              </a:solidFill>
            </a:rPr>
            <a:t>S-05, NFR-11</a:t>
          </a:r>
        </a:p>
      </dsp:txBody>
      <dsp:txXfrm>
        <a:off x="3591272" y="2872573"/>
        <a:ext cx="3264793" cy="1958875"/>
      </dsp:txXfrm>
    </dsp:sp>
    <dsp:sp modelId="{2E435E05-8F93-4E65-8ABD-1F13C3729C77}">
      <dsp:nvSpPr>
        <dsp:cNvPr id="0" name=""/>
        <dsp:cNvSpPr/>
      </dsp:nvSpPr>
      <dsp:spPr>
        <a:xfrm>
          <a:off x="7182544" y="2872573"/>
          <a:ext cx="3264793" cy="1958875"/>
        </a:xfrm>
        <a:prstGeom prst="rect">
          <a:avLst/>
        </a:prstGeom>
        <a:solidFill>
          <a:schemeClr val="accent5">
            <a:hueOff val="7385589"/>
            <a:satOff val="-27615"/>
            <a:lumOff val="5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100%</a:t>
          </a:r>
          <a:br>
            <a:rPr lang="en-US" sz="1400" kern="1200" dirty="0"/>
          </a:br>
          <a:r>
            <a:rPr lang="en-US" sz="1600" b="1" kern="1200" dirty="0">
              <a:solidFill>
                <a:srgbClr val="FFFF00"/>
              </a:solidFill>
            </a:rPr>
            <a:t>IP Ownership</a:t>
          </a:r>
          <a:br>
            <a:rPr lang="en-US" sz="1400" kern="1200" dirty="0"/>
          </a:br>
          <a:r>
            <a:rPr lang="en-US" sz="1400" kern="1200" dirty="0"/>
            <a:t>Code, config and data are ours; audit rights for CBB</a:t>
          </a:r>
          <a:br>
            <a:rPr lang="en-US" sz="1400" kern="1200" dirty="0"/>
          </a:br>
          <a:br>
            <a:rPr lang="en-US" sz="1400" kern="1200" dirty="0"/>
          </a:br>
          <a:r>
            <a:rPr lang="en-US" sz="1100" kern="1200" dirty="0">
              <a:solidFill>
                <a:schemeClr val="tx2">
                  <a:lumMod val="10000"/>
                  <a:lumOff val="90000"/>
                </a:schemeClr>
              </a:solidFill>
            </a:rPr>
            <a:t>C-01, C-07</a:t>
          </a:r>
          <a:endParaRPr lang="en-US" sz="1400" kern="1200" dirty="0">
            <a:solidFill>
              <a:schemeClr val="tx2">
                <a:lumMod val="10000"/>
                <a:lumOff val="90000"/>
              </a:schemeClr>
            </a:solidFill>
          </a:endParaRPr>
        </a:p>
      </dsp:txBody>
      <dsp:txXfrm>
        <a:off x="7182544" y="2872573"/>
        <a:ext cx="3264793" cy="1958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EB8FF5-9494-68B7-6065-662C1A6AF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4E4915-8109-D936-ECF9-88759D1229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47FF7F-33AF-4E2F-A164-2A3180031BA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3BD5B-014C-5871-D9F4-5DCCE80878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9A5A0-09B4-2667-2227-217DD18297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F969A-CC94-4E2D-91B2-30AA25905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1826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586C1D-8B25-4BE0-B2E2-BF75B71462C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99865-E0F8-430C-80F6-9CC62087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369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99865-E0F8-430C-80F6-9CC62087935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73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99865-E0F8-430C-80F6-9CC62087935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2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99865-E0F8-430C-80F6-9CC62087935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833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8A321-F630-4704-A1E3-C24BA1CBC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DE463-8902-C4B7-8924-DEC1AE69F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496FF8-DA39-F30A-FC34-AE957C7D5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BC34F-1C45-3BBB-3695-A336574A2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99865-E0F8-430C-80F6-9CC62087935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10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0B1CB-BA0C-D8B6-9D0F-DC4DAEC8D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31B34D-8037-1741-B3B7-10362593F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D5F07-ACEF-EF14-DE9F-FA442E40D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33435-4889-5061-67F3-25F3C23F5E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99865-E0F8-430C-80F6-9CC62087935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31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A8B27-CFC0-E752-660F-4A6C61298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99EEB-C39F-29B8-1CC5-CEBEF7265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30DD30-FA5A-69EE-1D10-6FCE0AE71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3D4BA-F168-F278-A3DD-E5D5178C6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99865-E0F8-430C-80F6-9CC62087935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19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0DC92-2E62-FE05-DF90-DD2BEAA85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6624C4-9453-C62C-F364-BAF15EC2E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90578-B155-83D7-86FE-6770A34D4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3FB5E-5968-41B1-4E95-69BC0C449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99865-E0F8-430C-80F6-9CC62087935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75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A00F3-FD91-899C-8C3F-24341FA33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7080F-C90A-E021-3FAE-C5330E19A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E8AB6-F28E-D7B0-7B4C-58D552126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37962-1078-36B5-F21D-4422790DE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99865-E0F8-430C-80F6-9CC62087935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09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8D1E0-BD20-8FCC-CD4A-902BE1912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3AB7F-4077-8CEB-02AD-4F909FE1B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7008C-A75B-448F-2B19-EFE4A2471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39AC5-DEAE-7A66-362C-26D80C2EE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99865-E0F8-430C-80F6-9CC62087935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612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5AEAE-CF89-65C4-52F3-412C28BA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1F9D4-6D7C-1397-0574-54D331C36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547F1-3273-6CE5-BE58-319F4E538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715B2-4860-2FF5-64C6-33753CB08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99865-E0F8-430C-80F6-9CC62087935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72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99865-E0F8-430C-80F6-9CC62087935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232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E23E05A-3362-2730-622A-66CDDC2E2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2000"/>
            <a:ext cx="10668000" cy="1143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C4A2583-80C5-98F7-61CD-6D3EE640B0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6332220"/>
            <a:ext cx="1905000" cy="144780"/>
          </a:xfrm>
          <a:prstGeom prst="rect">
            <a:avLst/>
          </a:prstGeom>
        </p:spPr>
      </p:pic>
      <p:sp>
        <p:nvSpPr>
          <p:cNvPr id="22" name="Title 21">
            <a:extLst>
              <a:ext uri="{FF2B5EF4-FFF2-40B4-BE49-F238E27FC236}">
                <a16:creationId xmlns:a16="http://schemas.microsoft.com/office/drawing/2014/main" id="{EACB4589-29A0-8A97-6790-E9E0CB48F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26670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6BF323F-9C0F-3236-511C-1D2208736A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999" y="399942"/>
            <a:ext cx="2286001" cy="74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95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E23E05A-3362-2730-622A-66CDDC2E2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2000"/>
            <a:ext cx="10668000" cy="1143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24AA823-F3A2-ED57-DEE8-72A4F2692D2F}"/>
              </a:ext>
            </a:extLst>
          </p:cNvPr>
          <p:cNvSpPr/>
          <p:nvPr userDrawn="1"/>
        </p:nvSpPr>
        <p:spPr>
          <a:xfrm flipH="1">
            <a:off x="10001212" y="1227872"/>
            <a:ext cx="2190788" cy="1450914"/>
          </a:xfrm>
          <a:custGeom>
            <a:avLst/>
            <a:gdLst>
              <a:gd name="connsiteX0" fmla="*/ 1960382 w 2190788"/>
              <a:gd name="connsiteY0" fmla="*/ 619 h 1450914"/>
              <a:gd name="connsiteX1" fmla="*/ 1765800 w 2190788"/>
              <a:gd name="connsiteY1" fmla="*/ 182316 h 1450914"/>
              <a:gd name="connsiteX2" fmla="*/ 49758 w 2190788"/>
              <a:gd name="connsiteY2" fmla="*/ 1012664 h 1450914"/>
              <a:gd name="connsiteX3" fmla="*/ 0 w 2190788"/>
              <a:gd name="connsiteY3" fmla="*/ 1007834 h 1450914"/>
              <a:gd name="connsiteX4" fmla="*/ 0 w 2190788"/>
              <a:gd name="connsiteY4" fmla="*/ 1438346 h 1450914"/>
              <a:gd name="connsiteX5" fmla="*/ 152492 w 2190788"/>
              <a:gd name="connsiteY5" fmla="*/ 1448086 h 1450914"/>
              <a:gd name="connsiteX6" fmla="*/ 2172803 w 2190788"/>
              <a:gd name="connsiteY6" fmla="*/ 314523 h 1450914"/>
              <a:gd name="connsiteX7" fmla="*/ 2040501 w 2190788"/>
              <a:gd name="connsiteY7" fmla="*/ 9342 h 1450914"/>
              <a:gd name="connsiteX8" fmla="*/ 1960382 w 2190788"/>
              <a:gd name="connsiteY8" fmla="*/ 619 h 145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90788" h="1450914">
                <a:moveTo>
                  <a:pt x="1960382" y="619"/>
                </a:moveTo>
                <a:cubicBezTo>
                  <a:pt x="1884082" y="6830"/>
                  <a:pt x="1819235" y="60230"/>
                  <a:pt x="1765800" y="182316"/>
                </a:cubicBezTo>
                <a:cubicBezTo>
                  <a:pt x="1426906" y="934553"/>
                  <a:pt x="698472" y="1062204"/>
                  <a:pt x="49758" y="1012664"/>
                </a:cubicBezTo>
                <a:lnTo>
                  <a:pt x="0" y="1007834"/>
                </a:lnTo>
                <a:lnTo>
                  <a:pt x="0" y="1438346"/>
                </a:lnTo>
                <a:lnTo>
                  <a:pt x="152492" y="1448086"/>
                </a:lnTo>
                <a:cubicBezTo>
                  <a:pt x="1017071" y="1481613"/>
                  <a:pt x="1866955" y="1223785"/>
                  <a:pt x="2172803" y="314523"/>
                </a:cubicBezTo>
                <a:cubicBezTo>
                  <a:pt x="2223667" y="151741"/>
                  <a:pt x="2162612" y="39822"/>
                  <a:pt x="2040501" y="9342"/>
                </a:cubicBezTo>
                <a:cubicBezTo>
                  <a:pt x="2012521" y="1722"/>
                  <a:pt x="1985815" y="-1451"/>
                  <a:pt x="1960382" y="619"/>
                </a:cubicBezTo>
                <a:close/>
              </a:path>
            </a:pathLst>
          </a:custGeom>
          <a:solidFill>
            <a:schemeClr val="tx1"/>
          </a:solidFill>
          <a:ln w="220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BE45472-EF64-2E37-4C52-7399506AD8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6332220"/>
            <a:ext cx="1905000" cy="14478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5A81D1F-0FBC-408A-64A2-F7A614707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05000"/>
            <a:ext cx="10668000" cy="2286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352DE3C-C0EC-1BB5-E352-A42E600E4C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999" y="399942"/>
            <a:ext cx="2286001" cy="74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850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W /Pictur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81E0321-EBC8-04BF-8B23-6EACFF62FA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43000" y="4480560"/>
            <a:ext cx="1719943" cy="472440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89770F7A-C0DD-D469-7F1A-ADB8CC9B1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1"/>
            <a:ext cx="5715000" cy="4571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624FFC-BAD1-9D65-070B-F0B6331C4E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33816" y="380998"/>
            <a:ext cx="4696184" cy="6096002"/>
          </a:xfrm>
          <a:custGeom>
            <a:avLst/>
            <a:gdLst>
              <a:gd name="connsiteX0" fmla="*/ 310462 w 4402672"/>
              <a:gd name="connsiteY0" fmla="*/ 0 h 5715001"/>
              <a:gd name="connsiteX1" fmla="*/ 2483559 w 4402672"/>
              <a:gd name="connsiteY1" fmla="*/ 0 h 5715001"/>
              <a:gd name="connsiteX2" fmla="*/ 4042802 w 4402672"/>
              <a:gd name="connsiteY2" fmla="*/ 1255916 h 5715001"/>
              <a:gd name="connsiteX3" fmla="*/ 3033868 w 4402672"/>
              <a:gd name="connsiteY3" fmla="*/ 2384806 h 5715001"/>
              <a:gd name="connsiteX4" fmla="*/ 2906844 w 4402672"/>
              <a:gd name="connsiteY4" fmla="*/ 2504763 h 5715001"/>
              <a:gd name="connsiteX5" fmla="*/ 3033868 w 4402672"/>
              <a:gd name="connsiteY5" fmla="*/ 2624720 h 5715001"/>
              <a:gd name="connsiteX6" fmla="*/ 4402672 w 4402672"/>
              <a:gd name="connsiteY6" fmla="*/ 4155758 h 5715001"/>
              <a:gd name="connsiteX7" fmla="*/ 2702268 w 4402672"/>
              <a:gd name="connsiteY7" fmla="*/ 5715001 h 5715001"/>
              <a:gd name="connsiteX8" fmla="*/ 310462 w 4402672"/>
              <a:gd name="connsiteY8" fmla="*/ 5715001 h 5715001"/>
              <a:gd name="connsiteX9" fmla="*/ 0 w 4402672"/>
              <a:gd name="connsiteY9" fmla="*/ 5369266 h 5715001"/>
              <a:gd name="connsiteX10" fmla="*/ 0 w 4402672"/>
              <a:gd name="connsiteY10" fmla="*/ 345736 h 5715001"/>
              <a:gd name="connsiteX11" fmla="*/ 310462 w 4402672"/>
              <a:gd name="connsiteY11" fmla="*/ 0 h 571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672" h="5715001">
                <a:moveTo>
                  <a:pt x="310462" y="0"/>
                </a:moveTo>
                <a:lnTo>
                  <a:pt x="2483559" y="0"/>
                </a:lnTo>
                <a:cubicBezTo>
                  <a:pt x="3499560" y="0"/>
                  <a:pt x="4042802" y="465692"/>
                  <a:pt x="4042802" y="1255916"/>
                </a:cubicBezTo>
                <a:cubicBezTo>
                  <a:pt x="4042802" y="1890908"/>
                  <a:pt x="3619451" y="2271917"/>
                  <a:pt x="3033868" y="2384806"/>
                </a:cubicBezTo>
                <a:cubicBezTo>
                  <a:pt x="2942116" y="2398942"/>
                  <a:pt x="2906844" y="2434216"/>
                  <a:pt x="2906844" y="2504763"/>
                </a:cubicBezTo>
                <a:cubicBezTo>
                  <a:pt x="2906844" y="2575311"/>
                  <a:pt x="2942116" y="2610584"/>
                  <a:pt x="3033868" y="2624720"/>
                </a:cubicBezTo>
                <a:cubicBezTo>
                  <a:pt x="3760612" y="2737609"/>
                  <a:pt x="4402672" y="3139756"/>
                  <a:pt x="4402672" y="4155758"/>
                </a:cubicBezTo>
                <a:cubicBezTo>
                  <a:pt x="4402672" y="4903639"/>
                  <a:pt x="3788817" y="5715001"/>
                  <a:pt x="2702268" y="5715001"/>
                </a:cubicBezTo>
                <a:lnTo>
                  <a:pt x="310462" y="5715001"/>
                </a:lnTo>
                <a:cubicBezTo>
                  <a:pt x="91751" y="5715001"/>
                  <a:pt x="0" y="5644453"/>
                  <a:pt x="0" y="5369266"/>
                </a:cubicBezTo>
                <a:lnTo>
                  <a:pt x="0" y="345736"/>
                </a:lnTo>
                <a:cubicBezTo>
                  <a:pt x="0" y="70548"/>
                  <a:pt x="91751" y="0"/>
                  <a:pt x="31046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CFA2E-41C4-E38F-2778-993B7270C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5323838"/>
            <a:ext cx="5715000" cy="11531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384451E-5EC9-A47B-676E-6D8E9257D0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999" y="399942"/>
            <a:ext cx="2286001" cy="74305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CD210EEE-E83B-3B08-8FFF-B33098BD4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6332220"/>
            <a:ext cx="1905000" cy="14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28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W /Pictur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EB7917-42AF-B485-C0ED-0FD2D4C1AE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381000"/>
            <a:ext cx="4696182" cy="6096000"/>
          </a:xfrm>
          <a:custGeom>
            <a:avLst/>
            <a:gdLst>
              <a:gd name="connsiteX0" fmla="*/ 310462 w 4402672"/>
              <a:gd name="connsiteY0" fmla="*/ 0 h 5715001"/>
              <a:gd name="connsiteX1" fmla="*/ 2483559 w 4402672"/>
              <a:gd name="connsiteY1" fmla="*/ 0 h 5715001"/>
              <a:gd name="connsiteX2" fmla="*/ 4042802 w 4402672"/>
              <a:gd name="connsiteY2" fmla="*/ 1255916 h 5715001"/>
              <a:gd name="connsiteX3" fmla="*/ 3033868 w 4402672"/>
              <a:gd name="connsiteY3" fmla="*/ 2384806 h 5715001"/>
              <a:gd name="connsiteX4" fmla="*/ 2906844 w 4402672"/>
              <a:gd name="connsiteY4" fmla="*/ 2504763 h 5715001"/>
              <a:gd name="connsiteX5" fmla="*/ 3033868 w 4402672"/>
              <a:gd name="connsiteY5" fmla="*/ 2624720 h 5715001"/>
              <a:gd name="connsiteX6" fmla="*/ 4402672 w 4402672"/>
              <a:gd name="connsiteY6" fmla="*/ 4155758 h 5715001"/>
              <a:gd name="connsiteX7" fmla="*/ 2702268 w 4402672"/>
              <a:gd name="connsiteY7" fmla="*/ 5715001 h 5715001"/>
              <a:gd name="connsiteX8" fmla="*/ 310462 w 4402672"/>
              <a:gd name="connsiteY8" fmla="*/ 5715001 h 5715001"/>
              <a:gd name="connsiteX9" fmla="*/ 0 w 4402672"/>
              <a:gd name="connsiteY9" fmla="*/ 5369266 h 5715001"/>
              <a:gd name="connsiteX10" fmla="*/ 0 w 4402672"/>
              <a:gd name="connsiteY10" fmla="*/ 345736 h 5715001"/>
              <a:gd name="connsiteX11" fmla="*/ 310462 w 4402672"/>
              <a:gd name="connsiteY11" fmla="*/ 0 h 571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672" h="5715001">
                <a:moveTo>
                  <a:pt x="310462" y="0"/>
                </a:moveTo>
                <a:lnTo>
                  <a:pt x="2483559" y="0"/>
                </a:lnTo>
                <a:cubicBezTo>
                  <a:pt x="3499560" y="0"/>
                  <a:pt x="4042802" y="465692"/>
                  <a:pt x="4042802" y="1255916"/>
                </a:cubicBezTo>
                <a:cubicBezTo>
                  <a:pt x="4042802" y="1890908"/>
                  <a:pt x="3619451" y="2271917"/>
                  <a:pt x="3033868" y="2384806"/>
                </a:cubicBezTo>
                <a:cubicBezTo>
                  <a:pt x="2942116" y="2398942"/>
                  <a:pt x="2906844" y="2434216"/>
                  <a:pt x="2906844" y="2504763"/>
                </a:cubicBezTo>
                <a:cubicBezTo>
                  <a:pt x="2906844" y="2575311"/>
                  <a:pt x="2942116" y="2610584"/>
                  <a:pt x="3033868" y="2624720"/>
                </a:cubicBezTo>
                <a:cubicBezTo>
                  <a:pt x="3760612" y="2737609"/>
                  <a:pt x="4402672" y="3139756"/>
                  <a:pt x="4402672" y="4155758"/>
                </a:cubicBezTo>
                <a:cubicBezTo>
                  <a:pt x="4402672" y="4903639"/>
                  <a:pt x="3788817" y="5715001"/>
                  <a:pt x="2702268" y="5715001"/>
                </a:cubicBezTo>
                <a:lnTo>
                  <a:pt x="310462" y="5715001"/>
                </a:lnTo>
                <a:cubicBezTo>
                  <a:pt x="91751" y="5715001"/>
                  <a:pt x="0" y="5644453"/>
                  <a:pt x="0" y="5369266"/>
                </a:cubicBezTo>
                <a:lnTo>
                  <a:pt x="0" y="345736"/>
                </a:lnTo>
                <a:cubicBezTo>
                  <a:pt x="0" y="70548"/>
                  <a:pt x="91751" y="0"/>
                  <a:pt x="31046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F553176-E744-2CE4-9707-F6BBFE2544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999" y="399942"/>
            <a:ext cx="2286001" cy="743059"/>
          </a:xfrm>
          <a:prstGeom prst="rect">
            <a:avLst/>
          </a:prstGeom>
        </p:spPr>
      </p:pic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8451230F-8B99-6A57-9BE2-63623989ADA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91000" y="4878665"/>
            <a:ext cx="1371600" cy="47244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22F44C1-7A6F-06B9-0944-AADBD6214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5334000" cy="457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F8BF5FC-B921-54D9-FCF7-9A0A29D903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6332220"/>
            <a:ext cx="1905000" cy="14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409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W /Pictur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56767E11-7E31-BBF9-6681-CB9B3E41B46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43000" y="4480561"/>
            <a:ext cx="1524000" cy="47244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F68683-338F-6A29-6EF5-1A1C406CEC0F}"/>
              </a:ext>
            </a:extLst>
          </p:cNvPr>
          <p:cNvSpPr/>
          <p:nvPr userDrawn="1"/>
        </p:nvSpPr>
        <p:spPr>
          <a:xfrm>
            <a:off x="6476999" y="399942"/>
            <a:ext cx="4953001" cy="4934058"/>
          </a:xfrm>
          <a:prstGeom prst="roundRect">
            <a:avLst>
              <a:gd name="adj" fmla="val 1171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22E6C02-7D1B-EFBA-F850-64EAFA9750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48499" y="1143000"/>
            <a:ext cx="3810000" cy="5715000"/>
          </a:xfrm>
          <a:noFill/>
        </p:spPr>
        <p:txBody>
          <a:bodyPr vert="horz" wrap="square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Put a person picture without a background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CFA2E-41C4-E38F-2778-993B7270C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5334000"/>
            <a:ext cx="5334000" cy="762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7E0EAD1-CEA6-950E-3DC5-9D757DAAD3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999" y="399942"/>
            <a:ext cx="2286001" cy="743059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C4EC5DEA-AD55-9A85-644D-45EC9B49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000"/>
            <a:ext cx="5334000" cy="3809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E4087CD-8377-2CE8-63B3-632F5C413D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6332220"/>
            <a:ext cx="1905000" cy="14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872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W /Pictur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5F09C1EE-6005-E68C-5CC7-DF42039AD8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00352" y="4480560"/>
            <a:ext cx="1732205" cy="472440"/>
          </a:xfrm>
          <a:solidFill>
            <a:schemeClr val="accent5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213D7C4-A243-54AF-9090-3D39E18592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2000" y="1524002"/>
            <a:ext cx="3815648" cy="4952998"/>
          </a:xfrm>
          <a:custGeom>
            <a:avLst/>
            <a:gdLst>
              <a:gd name="connsiteX0" fmla="*/ 269066 w 3815650"/>
              <a:gd name="connsiteY0" fmla="*/ 0 h 4953001"/>
              <a:gd name="connsiteX1" fmla="*/ 2152419 w 3815650"/>
              <a:gd name="connsiteY1" fmla="*/ 0 h 4953001"/>
              <a:gd name="connsiteX2" fmla="*/ 3503762 w 3815650"/>
              <a:gd name="connsiteY2" fmla="*/ 1088460 h 4953001"/>
              <a:gd name="connsiteX3" fmla="*/ 2629353 w 3815650"/>
              <a:gd name="connsiteY3" fmla="*/ 2066832 h 4953001"/>
              <a:gd name="connsiteX4" fmla="*/ 2519265 w 3815650"/>
              <a:gd name="connsiteY4" fmla="*/ 2170795 h 4953001"/>
              <a:gd name="connsiteX5" fmla="*/ 2629353 w 3815650"/>
              <a:gd name="connsiteY5" fmla="*/ 2274758 h 4953001"/>
              <a:gd name="connsiteX6" fmla="*/ 3815650 w 3815650"/>
              <a:gd name="connsiteY6" fmla="*/ 3601657 h 4953001"/>
              <a:gd name="connsiteX7" fmla="*/ 2341967 w 3815650"/>
              <a:gd name="connsiteY7" fmla="*/ 4953001 h 4953001"/>
              <a:gd name="connsiteX8" fmla="*/ 2087788 w 3815650"/>
              <a:gd name="connsiteY8" fmla="*/ 4953001 h 4953001"/>
              <a:gd name="connsiteX9" fmla="*/ 2046686 w 3815650"/>
              <a:gd name="connsiteY9" fmla="*/ 4953001 h 4953001"/>
              <a:gd name="connsiteX10" fmla="*/ 2056159 w 3815650"/>
              <a:gd name="connsiteY10" fmla="*/ 4948405 h 4953001"/>
              <a:gd name="connsiteX11" fmla="*/ 3006627 w 3815650"/>
              <a:gd name="connsiteY11" fmla="*/ 3787820 h 4953001"/>
              <a:gd name="connsiteX12" fmla="*/ 2831759 w 3815650"/>
              <a:gd name="connsiteY12" fmla="*/ 3384452 h 4953001"/>
              <a:gd name="connsiteX13" fmla="*/ 2468677 w 3815650"/>
              <a:gd name="connsiteY13" fmla="*/ 3613077 h 4953001"/>
              <a:gd name="connsiteX14" fmla="*/ 4812 w 3815650"/>
              <a:gd name="connsiteY14" fmla="*/ 4691577 h 4953001"/>
              <a:gd name="connsiteX15" fmla="*/ 1760 w 3815650"/>
              <a:gd name="connsiteY15" fmla="*/ 4691164 h 4953001"/>
              <a:gd name="connsiteX16" fmla="*/ 0 w 3815650"/>
              <a:gd name="connsiteY16" fmla="*/ 4653364 h 4953001"/>
              <a:gd name="connsiteX17" fmla="*/ 0 w 3815650"/>
              <a:gd name="connsiteY17" fmla="*/ 299637 h 4953001"/>
              <a:gd name="connsiteX18" fmla="*/ 269066 w 3815650"/>
              <a:gd name="connsiteY18" fmla="*/ 0 h 495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815650" h="4953001">
                <a:moveTo>
                  <a:pt x="269066" y="0"/>
                </a:moveTo>
                <a:lnTo>
                  <a:pt x="2152419" y="0"/>
                </a:lnTo>
                <a:cubicBezTo>
                  <a:pt x="3032952" y="0"/>
                  <a:pt x="3503762" y="403600"/>
                  <a:pt x="3503762" y="1088460"/>
                </a:cubicBezTo>
                <a:cubicBezTo>
                  <a:pt x="3503762" y="1638787"/>
                  <a:pt x="3136858" y="1968996"/>
                  <a:pt x="2629353" y="2066832"/>
                </a:cubicBezTo>
                <a:cubicBezTo>
                  <a:pt x="2549835" y="2079083"/>
                  <a:pt x="2519265" y="2109654"/>
                  <a:pt x="2519265" y="2170795"/>
                </a:cubicBezTo>
                <a:cubicBezTo>
                  <a:pt x="2519265" y="2231936"/>
                  <a:pt x="2549835" y="2262507"/>
                  <a:pt x="2629353" y="2274758"/>
                </a:cubicBezTo>
                <a:cubicBezTo>
                  <a:pt x="3259198" y="2372595"/>
                  <a:pt x="3815650" y="2721122"/>
                  <a:pt x="3815650" y="3601657"/>
                </a:cubicBezTo>
                <a:cubicBezTo>
                  <a:pt x="3815650" y="4249821"/>
                  <a:pt x="3283643" y="4953001"/>
                  <a:pt x="2341967" y="4953001"/>
                </a:cubicBezTo>
                <a:cubicBezTo>
                  <a:pt x="2341967" y="4953001"/>
                  <a:pt x="2242775" y="4953001"/>
                  <a:pt x="2087788" y="4953001"/>
                </a:cubicBezTo>
                <a:lnTo>
                  <a:pt x="2046686" y="4953001"/>
                </a:lnTo>
                <a:lnTo>
                  <a:pt x="2056159" y="4948405"/>
                </a:lnTo>
                <a:cubicBezTo>
                  <a:pt x="2480299" y="4713762"/>
                  <a:pt x="2820050" y="4342498"/>
                  <a:pt x="3006627" y="3787820"/>
                </a:cubicBezTo>
                <a:cubicBezTo>
                  <a:pt x="3073855" y="3572665"/>
                  <a:pt x="2993157" y="3424738"/>
                  <a:pt x="2831759" y="3384452"/>
                </a:cubicBezTo>
                <a:cubicBezTo>
                  <a:pt x="2683832" y="3344165"/>
                  <a:pt x="2562847" y="3397923"/>
                  <a:pt x="2468677" y="3613077"/>
                </a:cubicBezTo>
                <a:cubicBezTo>
                  <a:pt x="1986294" y="4683815"/>
                  <a:pt x="906785" y="4797127"/>
                  <a:pt x="4812" y="4691577"/>
                </a:cubicBezTo>
                <a:lnTo>
                  <a:pt x="1760" y="4691164"/>
                </a:lnTo>
                <a:lnTo>
                  <a:pt x="0" y="4653364"/>
                </a:lnTo>
                <a:lnTo>
                  <a:pt x="0" y="299637"/>
                </a:lnTo>
                <a:cubicBezTo>
                  <a:pt x="0" y="61141"/>
                  <a:pt x="79518" y="0"/>
                  <a:pt x="26906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rgbClr val="344C98"/>
            </a:solidFill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CFA2E-41C4-E38F-2778-993B7270C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0" y="5334000"/>
            <a:ext cx="6477000" cy="1143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F4E069CA-7E27-0221-CC28-47FAE2D0B0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999" y="399942"/>
            <a:ext cx="2286001" cy="743059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F2CEEB77-ACFC-3AE8-E4CD-195085C9C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0" y="381001"/>
            <a:ext cx="6477000" cy="4571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EE5A04F-C570-7435-2EED-C3A9955AB9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6332220"/>
            <a:ext cx="1905000" cy="14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86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61A642-F4B2-BE04-9FEE-87B0E60C802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18344" y="4861560"/>
            <a:ext cx="1696655" cy="472440"/>
          </a:xfrm>
          <a:solidFill>
            <a:srgbClr val="E27FAF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A86BBCAB-45E0-7B0D-8AFD-380BE2611FF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43000" y="5623560"/>
            <a:ext cx="1905000" cy="472440"/>
          </a:xfrm>
          <a:solidFill>
            <a:srgbClr val="E27FAF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E7DF5D0-CC09-6259-6395-9F81D4DD92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0"/>
            <a:ext cx="4953000" cy="6096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Section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D98F0AB-BEFC-1415-1ADB-AB81989E8C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999" y="399942"/>
            <a:ext cx="2286001" cy="74305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16B9B6A-4E65-FB7E-CC24-FE5F337AFE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6332220"/>
            <a:ext cx="1905000" cy="14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502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/Pictur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5F09C1EE-6005-E68C-5CC7-DF42039AD8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42999" y="4480560"/>
            <a:ext cx="1905000" cy="47244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30A6DCA-A82E-212F-120F-36D518628E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1524000"/>
            <a:ext cx="5334000" cy="3429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213D7C4-A243-54AF-9090-3D39E18592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7000" y="381000"/>
            <a:ext cx="4953000" cy="6096000"/>
          </a:xfrm>
          <a:prstGeom prst="roundRect">
            <a:avLst>
              <a:gd name="adj" fmla="val 12362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CFA2E-41C4-E38F-2778-993B7270C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999" y="5334000"/>
            <a:ext cx="5334001" cy="762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1428931-2E76-E2BE-39D9-78C1CDB608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998" y="381000"/>
            <a:ext cx="2286001" cy="74305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7E093E5-0B5A-0750-C60B-BA52044D3D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6332220"/>
            <a:ext cx="1905000" cy="14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862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/Pictur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7683B7F-E24B-95E6-4B3C-703597D0A1A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8000" y="5617339"/>
            <a:ext cx="1905000" cy="472440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B5BA825-9165-2261-F063-27D9B0338C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2000" y="381001"/>
            <a:ext cx="5334001" cy="6095998"/>
          </a:xfrm>
          <a:prstGeom prst="roundRect">
            <a:avLst>
              <a:gd name="adj" fmla="val 13980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AC3D35-5293-A994-FBE8-33BE34001E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0" y="381001"/>
            <a:ext cx="2286001" cy="743059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9BFAD236-E0FD-42D8-4ECA-D32F4CF880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0" y="1517780"/>
            <a:ext cx="4953000" cy="45719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Section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CCF3700-5CEF-DC94-5457-418EA0A76E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2335" y="6332220"/>
            <a:ext cx="1905000" cy="14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481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 /Pictur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46DD261B-A978-9EA8-C8EE-B870296938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72500" y="4165600"/>
            <a:ext cx="1714500" cy="47244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B5BA825-9165-2261-F063-27D9B0338C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2001" y="380999"/>
            <a:ext cx="10668000" cy="3000376"/>
          </a:xfrm>
          <a:prstGeom prst="roundRect">
            <a:avLst>
              <a:gd name="adj" fmla="val 20538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AC3D35-5293-A994-FBE8-33BE34001E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999" y="5715000"/>
            <a:ext cx="2286001" cy="743059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DDF42284-4B2D-4864-C7E3-8798D1AC49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3810000"/>
            <a:ext cx="10668000" cy="15239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Section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415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 /Pictur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C50D726-1462-0051-2535-6FF7609EE0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2001" y="381000"/>
            <a:ext cx="4696183" cy="6096001"/>
          </a:xfrm>
          <a:custGeom>
            <a:avLst/>
            <a:gdLst>
              <a:gd name="connsiteX0" fmla="*/ 310462 w 4402672"/>
              <a:gd name="connsiteY0" fmla="*/ 0 h 5715001"/>
              <a:gd name="connsiteX1" fmla="*/ 2483559 w 4402672"/>
              <a:gd name="connsiteY1" fmla="*/ 0 h 5715001"/>
              <a:gd name="connsiteX2" fmla="*/ 4042802 w 4402672"/>
              <a:gd name="connsiteY2" fmla="*/ 1255916 h 5715001"/>
              <a:gd name="connsiteX3" fmla="*/ 3033868 w 4402672"/>
              <a:gd name="connsiteY3" fmla="*/ 2384806 h 5715001"/>
              <a:gd name="connsiteX4" fmla="*/ 2906844 w 4402672"/>
              <a:gd name="connsiteY4" fmla="*/ 2504763 h 5715001"/>
              <a:gd name="connsiteX5" fmla="*/ 3033868 w 4402672"/>
              <a:gd name="connsiteY5" fmla="*/ 2624720 h 5715001"/>
              <a:gd name="connsiteX6" fmla="*/ 4402672 w 4402672"/>
              <a:gd name="connsiteY6" fmla="*/ 4155758 h 5715001"/>
              <a:gd name="connsiteX7" fmla="*/ 2702268 w 4402672"/>
              <a:gd name="connsiteY7" fmla="*/ 5715001 h 5715001"/>
              <a:gd name="connsiteX8" fmla="*/ 310462 w 4402672"/>
              <a:gd name="connsiteY8" fmla="*/ 5715001 h 5715001"/>
              <a:gd name="connsiteX9" fmla="*/ 0 w 4402672"/>
              <a:gd name="connsiteY9" fmla="*/ 5369266 h 5715001"/>
              <a:gd name="connsiteX10" fmla="*/ 0 w 4402672"/>
              <a:gd name="connsiteY10" fmla="*/ 345736 h 5715001"/>
              <a:gd name="connsiteX11" fmla="*/ 310462 w 4402672"/>
              <a:gd name="connsiteY11" fmla="*/ 0 h 571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672" h="5715001">
                <a:moveTo>
                  <a:pt x="310462" y="0"/>
                </a:moveTo>
                <a:lnTo>
                  <a:pt x="2483559" y="0"/>
                </a:lnTo>
                <a:cubicBezTo>
                  <a:pt x="3499560" y="0"/>
                  <a:pt x="4042802" y="465692"/>
                  <a:pt x="4042802" y="1255916"/>
                </a:cubicBezTo>
                <a:cubicBezTo>
                  <a:pt x="4042802" y="1890908"/>
                  <a:pt x="3619451" y="2271917"/>
                  <a:pt x="3033868" y="2384806"/>
                </a:cubicBezTo>
                <a:cubicBezTo>
                  <a:pt x="2942116" y="2398942"/>
                  <a:pt x="2906844" y="2434216"/>
                  <a:pt x="2906844" y="2504763"/>
                </a:cubicBezTo>
                <a:cubicBezTo>
                  <a:pt x="2906844" y="2575311"/>
                  <a:pt x="2942116" y="2610584"/>
                  <a:pt x="3033868" y="2624720"/>
                </a:cubicBezTo>
                <a:cubicBezTo>
                  <a:pt x="3760612" y="2737609"/>
                  <a:pt x="4402672" y="3139756"/>
                  <a:pt x="4402672" y="4155758"/>
                </a:cubicBezTo>
                <a:cubicBezTo>
                  <a:pt x="4402672" y="4903639"/>
                  <a:pt x="3788817" y="5715001"/>
                  <a:pt x="2702268" y="5715001"/>
                </a:cubicBezTo>
                <a:lnTo>
                  <a:pt x="310462" y="5715001"/>
                </a:lnTo>
                <a:cubicBezTo>
                  <a:pt x="91751" y="5715001"/>
                  <a:pt x="0" y="5644453"/>
                  <a:pt x="0" y="5369266"/>
                </a:cubicBezTo>
                <a:lnTo>
                  <a:pt x="0" y="345736"/>
                </a:lnTo>
                <a:cubicBezTo>
                  <a:pt x="0" y="70548"/>
                  <a:pt x="91751" y="0"/>
                  <a:pt x="31046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A22833AC-CFD9-0D61-569F-A124B78C63A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77000" y="5623560"/>
            <a:ext cx="1905000" cy="472440"/>
          </a:xfrm>
          <a:solidFill>
            <a:schemeClr val="accent5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AC3D35-5293-A994-FBE8-33BE34001E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98" y="399943"/>
            <a:ext cx="2286001" cy="743059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B7D062D6-C191-383B-159C-03DE63970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8" y="1170275"/>
            <a:ext cx="5334001" cy="49301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Section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743C5E6-F6B7-ABC6-076C-E91052CBC8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998" y="6332220"/>
            <a:ext cx="1905000" cy="14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997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/Pictur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213D7C4-A243-54AF-9090-3D39E18592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1999" y="381000"/>
            <a:ext cx="4696183" cy="6096000"/>
          </a:xfrm>
          <a:custGeom>
            <a:avLst/>
            <a:gdLst>
              <a:gd name="connsiteX0" fmla="*/ 269066 w 3815650"/>
              <a:gd name="connsiteY0" fmla="*/ 0 h 4953001"/>
              <a:gd name="connsiteX1" fmla="*/ 2152419 w 3815650"/>
              <a:gd name="connsiteY1" fmla="*/ 0 h 4953001"/>
              <a:gd name="connsiteX2" fmla="*/ 3503762 w 3815650"/>
              <a:gd name="connsiteY2" fmla="*/ 1088460 h 4953001"/>
              <a:gd name="connsiteX3" fmla="*/ 2629353 w 3815650"/>
              <a:gd name="connsiteY3" fmla="*/ 2066832 h 4953001"/>
              <a:gd name="connsiteX4" fmla="*/ 2519265 w 3815650"/>
              <a:gd name="connsiteY4" fmla="*/ 2170795 h 4953001"/>
              <a:gd name="connsiteX5" fmla="*/ 2629353 w 3815650"/>
              <a:gd name="connsiteY5" fmla="*/ 2274758 h 4953001"/>
              <a:gd name="connsiteX6" fmla="*/ 3815650 w 3815650"/>
              <a:gd name="connsiteY6" fmla="*/ 3601657 h 4953001"/>
              <a:gd name="connsiteX7" fmla="*/ 2341967 w 3815650"/>
              <a:gd name="connsiteY7" fmla="*/ 4953001 h 4953001"/>
              <a:gd name="connsiteX8" fmla="*/ 2087788 w 3815650"/>
              <a:gd name="connsiteY8" fmla="*/ 4953001 h 4953001"/>
              <a:gd name="connsiteX9" fmla="*/ 2046686 w 3815650"/>
              <a:gd name="connsiteY9" fmla="*/ 4953001 h 4953001"/>
              <a:gd name="connsiteX10" fmla="*/ 2056159 w 3815650"/>
              <a:gd name="connsiteY10" fmla="*/ 4948405 h 4953001"/>
              <a:gd name="connsiteX11" fmla="*/ 3006627 w 3815650"/>
              <a:gd name="connsiteY11" fmla="*/ 3787820 h 4953001"/>
              <a:gd name="connsiteX12" fmla="*/ 2831759 w 3815650"/>
              <a:gd name="connsiteY12" fmla="*/ 3384452 h 4953001"/>
              <a:gd name="connsiteX13" fmla="*/ 2468677 w 3815650"/>
              <a:gd name="connsiteY13" fmla="*/ 3613077 h 4953001"/>
              <a:gd name="connsiteX14" fmla="*/ 4812 w 3815650"/>
              <a:gd name="connsiteY14" fmla="*/ 4691577 h 4953001"/>
              <a:gd name="connsiteX15" fmla="*/ 1760 w 3815650"/>
              <a:gd name="connsiteY15" fmla="*/ 4691164 h 4953001"/>
              <a:gd name="connsiteX16" fmla="*/ 0 w 3815650"/>
              <a:gd name="connsiteY16" fmla="*/ 4653364 h 4953001"/>
              <a:gd name="connsiteX17" fmla="*/ 0 w 3815650"/>
              <a:gd name="connsiteY17" fmla="*/ 299637 h 4953001"/>
              <a:gd name="connsiteX18" fmla="*/ 269066 w 3815650"/>
              <a:gd name="connsiteY18" fmla="*/ 0 h 495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815650" h="4953001">
                <a:moveTo>
                  <a:pt x="269066" y="0"/>
                </a:moveTo>
                <a:lnTo>
                  <a:pt x="2152419" y="0"/>
                </a:lnTo>
                <a:cubicBezTo>
                  <a:pt x="3032952" y="0"/>
                  <a:pt x="3503762" y="403600"/>
                  <a:pt x="3503762" y="1088460"/>
                </a:cubicBezTo>
                <a:cubicBezTo>
                  <a:pt x="3503762" y="1638787"/>
                  <a:pt x="3136858" y="1968996"/>
                  <a:pt x="2629353" y="2066832"/>
                </a:cubicBezTo>
                <a:cubicBezTo>
                  <a:pt x="2549835" y="2079083"/>
                  <a:pt x="2519265" y="2109654"/>
                  <a:pt x="2519265" y="2170795"/>
                </a:cubicBezTo>
                <a:cubicBezTo>
                  <a:pt x="2519265" y="2231936"/>
                  <a:pt x="2549835" y="2262507"/>
                  <a:pt x="2629353" y="2274758"/>
                </a:cubicBezTo>
                <a:cubicBezTo>
                  <a:pt x="3259198" y="2372595"/>
                  <a:pt x="3815650" y="2721122"/>
                  <a:pt x="3815650" y="3601657"/>
                </a:cubicBezTo>
                <a:cubicBezTo>
                  <a:pt x="3815650" y="4249821"/>
                  <a:pt x="3283643" y="4953001"/>
                  <a:pt x="2341967" y="4953001"/>
                </a:cubicBezTo>
                <a:cubicBezTo>
                  <a:pt x="2341967" y="4953001"/>
                  <a:pt x="2242775" y="4953001"/>
                  <a:pt x="2087788" y="4953001"/>
                </a:cubicBezTo>
                <a:lnTo>
                  <a:pt x="2046686" y="4953001"/>
                </a:lnTo>
                <a:lnTo>
                  <a:pt x="2056159" y="4948405"/>
                </a:lnTo>
                <a:cubicBezTo>
                  <a:pt x="2480299" y="4713762"/>
                  <a:pt x="2820050" y="4342498"/>
                  <a:pt x="3006627" y="3787820"/>
                </a:cubicBezTo>
                <a:cubicBezTo>
                  <a:pt x="3073855" y="3572665"/>
                  <a:pt x="2993157" y="3424738"/>
                  <a:pt x="2831759" y="3384452"/>
                </a:cubicBezTo>
                <a:cubicBezTo>
                  <a:pt x="2683832" y="3344165"/>
                  <a:pt x="2562847" y="3397923"/>
                  <a:pt x="2468677" y="3613077"/>
                </a:cubicBezTo>
                <a:cubicBezTo>
                  <a:pt x="1986294" y="4683815"/>
                  <a:pt x="906785" y="4797127"/>
                  <a:pt x="4812" y="4691577"/>
                </a:cubicBezTo>
                <a:lnTo>
                  <a:pt x="1760" y="4691164"/>
                </a:lnTo>
                <a:lnTo>
                  <a:pt x="0" y="4653364"/>
                </a:lnTo>
                <a:lnTo>
                  <a:pt x="0" y="299637"/>
                </a:lnTo>
                <a:cubicBezTo>
                  <a:pt x="0" y="61141"/>
                  <a:pt x="79518" y="0"/>
                  <a:pt x="26906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accent6"/>
            </a:solidFill>
          </a:ln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06B2337-910D-A84D-D035-BBE3B376C7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63000" y="5995090"/>
            <a:ext cx="1524000" cy="472440"/>
          </a:xfrm>
          <a:solidFill>
            <a:srgbClr val="E27FAF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8501856-4DEA-714A-8ACE-A79FA85FE2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4943530"/>
            <a:ext cx="5334001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9597753-C80C-2948-E83B-B226E2A297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98" y="399943"/>
            <a:ext cx="2286001" cy="74305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A34A0C8-0375-6516-F6EB-6AF3D5082F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6332220"/>
            <a:ext cx="1905000" cy="14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1160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/Pictur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B5F81144-C80C-03CC-E35B-CE24EB35E7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63000" y="5614090"/>
            <a:ext cx="1524000" cy="472440"/>
          </a:xfrm>
          <a:solidFill>
            <a:srgbClr val="6FC7EA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8ED68C-029A-FB2E-5B00-517D046FD5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2001" y="381000"/>
            <a:ext cx="4696183" cy="6096001"/>
          </a:xfrm>
          <a:custGeom>
            <a:avLst/>
            <a:gdLst>
              <a:gd name="connsiteX0" fmla="*/ 310462 w 4402672"/>
              <a:gd name="connsiteY0" fmla="*/ 0 h 5715001"/>
              <a:gd name="connsiteX1" fmla="*/ 2483559 w 4402672"/>
              <a:gd name="connsiteY1" fmla="*/ 0 h 5715001"/>
              <a:gd name="connsiteX2" fmla="*/ 4042802 w 4402672"/>
              <a:gd name="connsiteY2" fmla="*/ 1255916 h 5715001"/>
              <a:gd name="connsiteX3" fmla="*/ 3033868 w 4402672"/>
              <a:gd name="connsiteY3" fmla="*/ 2384806 h 5715001"/>
              <a:gd name="connsiteX4" fmla="*/ 2906844 w 4402672"/>
              <a:gd name="connsiteY4" fmla="*/ 2504763 h 5715001"/>
              <a:gd name="connsiteX5" fmla="*/ 3033868 w 4402672"/>
              <a:gd name="connsiteY5" fmla="*/ 2624720 h 5715001"/>
              <a:gd name="connsiteX6" fmla="*/ 4402672 w 4402672"/>
              <a:gd name="connsiteY6" fmla="*/ 4155758 h 5715001"/>
              <a:gd name="connsiteX7" fmla="*/ 2702268 w 4402672"/>
              <a:gd name="connsiteY7" fmla="*/ 5715001 h 5715001"/>
              <a:gd name="connsiteX8" fmla="*/ 310462 w 4402672"/>
              <a:gd name="connsiteY8" fmla="*/ 5715001 h 5715001"/>
              <a:gd name="connsiteX9" fmla="*/ 0 w 4402672"/>
              <a:gd name="connsiteY9" fmla="*/ 5369266 h 5715001"/>
              <a:gd name="connsiteX10" fmla="*/ 0 w 4402672"/>
              <a:gd name="connsiteY10" fmla="*/ 345736 h 5715001"/>
              <a:gd name="connsiteX11" fmla="*/ 310462 w 4402672"/>
              <a:gd name="connsiteY11" fmla="*/ 0 h 571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672" h="5715001">
                <a:moveTo>
                  <a:pt x="310462" y="0"/>
                </a:moveTo>
                <a:lnTo>
                  <a:pt x="2483559" y="0"/>
                </a:lnTo>
                <a:cubicBezTo>
                  <a:pt x="3499560" y="0"/>
                  <a:pt x="4042802" y="465692"/>
                  <a:pt x="4042802" y="1255916"/>
                </a:cubicBezTo>
                <a:cubicBezTo>
                  <a:pt x="4042802" y="1890908"/>
                  <a:pt x="3619451" y="2271917"/>
                  <a:pt x="3033868" y="2384806"/>
                </a:cubicBezTo>
                <a:cubicBezTo>
                  <a:pt x="2942116" y="2398942"/>
                  <a:pt x="2906844" y="2434216"/>
                  <a:pt x="2906844" y="2504763"/>
                </a:cubicBezTo>
                <a:cubicBezTo>
                  <a:pt x="2906844" y="2575311"/>
                  <a:pt x="2942116" y="2610584"/>
                  <a:pt x="3033868" y="2624720"/>
                </a:cubicBezTo>
                <a:cubicBezTo>
                  <a:pt x="3760612" y="2737609"/>
                  <a:pt x="4402672" y="3139756"/>
                  <a:pt x="4402672" y="4155758"/>
                </a:cubicBezTo>
                <a:cubicBezTo>
                  <a:pt x="4402672" y="4903639"/>
                  <a:pt x="3788817" y="5715001"/>
                  <a:pt x="2702268" y="5715001"/>
                </a:cubicBezTo>
                <a:lnTo>
                  <a:pt x="310462" y="5715001"/>
                </a:lnTo>
                <a:cubicBezTo>
                  <a:pt x="91751" y="5715001"/>
                  <a:pt x="0" y="5644453"/>
                  <a:pt x="0" y="5369266"/>
                </a:cubicBezTo>
                <a:lnTo>
                  <a:pt x="0" y="345736"/>
                </a:lnTo>
                <a:cubicBezTo>
                  <a:pt x="0" y="70548"/>
                  <a:pt x="91751" y="0"/>
                  <a:pt x="31046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A728BD-05EE-0B6F-74EA-B9612AB59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4572000"/>
            <a:ext cx="53340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Thank You!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EBFAE9D-C73E-FE29-2297-49AC523922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98" y="399943"/>
            <a:ext cx="2286001" cy="74305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492340E-9FCE-1DBF-3C9B-EBCA993248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998" y="6332220"/>
            <a:ext cx="1905000" cy="14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58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566B403-CE9E-6728-95CB-1FD8681477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3000" y="3057471"/>
            <a:ext cx="2286001" cy="74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926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B7BB3-DBF7-6C55-24DA-C058E47EC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524001"/>
            <a:ext cx="106680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5AA91577-26C2-B61D-CAD8-16386C776FD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01DD86-4D29-0DFC-FBB7-F55BF7F7B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1"/>
            <a:ext cx="10668000" cy="761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9E027-E853-67FF-B34E-A0669366E672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487EAEFD-B794-4443-8F00-E282EADE9B22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854B65-7A44-037A-B168-BA8BDB4EC10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905BCAA-C2F0-01D9-29B7-C27A06D5D8D8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9121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lide 6 point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36">
            <a:extLst>
              <a:ext uri="{FF2B5EF4-FFF2-40B4-BE49-F238E27FC236}">
                <a16:creationId xmlns:a16="http://schemas.microsoft.com/office/drawing/2014/main" id="{68ADBD36-4DA8-EAA2-F15A-0BB37D7CD74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074177" y="547115"/>
            <a:ext cx="1524001" cy="279400"/>
          </a:xfrm>
          <a:solidFill>
            <a:srgbClr val="6FC7EA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C44A99-0D37-7B5D-B152-35811261B0D6}"/>
              </a:ext>
            </a:extLst>
          </p:cNvPr>
          <p:cNvSpPr/>
          <p:nvPr userDrawn="1"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7EAC1DE-8263-2A9C-126B-0AD918A340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6096001"/>
            <a:ext cx="1172132" cy="380999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8A290E-1959-B8EB-D35E-4A07B05BA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2001" y="1524000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F137EC8A-C151-463A-3D39-292B1C8382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1524000"/>
            <a:ext cx="9906000" cy="381000"/>
          </a:xfrm>
        </p:spPr>
        <p:txBody>
          <a:bodyPr tIns="4572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your topic name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47A63F22-74BD-86DB-600D-76A706E86E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2001" y="2289048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02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58F1333-F9FE-7F6C-0E13-C1A3B9A7D6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2289048"/>
            <a:ext cx="9906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7B13C791-0C32-9C6D-5095-DC92D5DCA5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2001" y="3054096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03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55B7BA38-DC59-A4AF-B06F-5CDE3D4C70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24000" y="3054096"/>
            <a:ext cx="9906000" cy="381000"/>
          </a:xfrm>
        </p:spPr>
        <p:txBody>
          <a:bodyPr tIns="4572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your topic name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21A6C2A0-F6A3-137A-7D20-F4E5B833B5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2001" y="3810000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04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2CC96956-D671-F228-8669-1E471F5C26B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4000" y="3810000"/>
            <a:ext cx="9906000" cy="381000"/>
          </a:xfrm>
        </p:spPr>
        <p:txBody>
          <a:bodyPr tIns="4572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your topic name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CC7FC7F-FB53-F1CA-CDF3-1C06B8F5F96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2001" y="4565904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05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C28DCB04-C20C-6C27-3B79-3F19A855B7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4000" y="4565904"/>
            <a:ext cx="9906000" cy="381000"/>
          </a:xfrm>
        </p:spPr>
        <p:txBody>
          <a:bodyPr tIns="4572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your topic name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C7D9F309-88A4-8131-A9BF-DAE2D74415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1" y="5340096"/>
            <a:ext cx="548639" cy="381000"/>
          </a:xfrm>
        </p:spPr>
        <p:txBody>
          <a:bodyPr lIns="0" tIns="13716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>
                <a:latin typeface="+mj-lt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D055BA1D-B410-DA11-AD35-D22A214668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5340096"/>
            <a:ext cx="9906000" cy="381000"/>
          </a:xfrm>
        </p:spPr>
        <p:txBody>
          <a:bodyPr tIns="4572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your topic name</a:t>
            </a:r>
          </a:p>
        </p:txBody>
      </p:sp>
      <p:sp>
        <p:nvSpPr>
          <p:cNvPr id="37" name="Date Placeholder 36">
            <a:extLst>
              <a:ext uri="{FF2B5EF4-FFF2-40B4-BE49-F238E27FC236}">
                <a16:creationId xmlns:a16="http://schemas.microsoft.com/office/drawing/2014/main" id="{A98817E6-C952-2C5C-3ED3-40371C703611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D8062090-474B-4B57-BAA4-A86D0C0F80E8}" type="datetime1">
              <a:rPr lang="en-US" smtClean="0"/>
              <a:t>10/1/2026</a:t>
            </a:fld>
            <a:endParaRPr lang="en-US"/>
          </a:p>
        </p:txBody>
      </p:sp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9A4E76DD-11AB-F5A6-824A-EBD36282D34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6A46DDC5-CCC2-64DC-4CAA-1A9841C58F2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0" name="Title 49">
            <a:extLst>
              <a:ext uri="{FF2B5EF4-FFF2-40B4-BE49-F238E27FC236}">
                <a16:creationId xmlns:a16="http://schemas.microsoft.com/office/drawing/2014/main" id="{6C9F3EF3-5B72-C5C8-BEC6-7C6C418569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021596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lide /Pictur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>
            <a:extLst>
              <a:ext uri="{FF2B5EF4-FFF2-40B4-BE49-F238E27FC236}">
                <a16:creationId xmlns:a16="http://schemas.microsoft.com/office/drawing/2014/main" id="{268E2067-0305-4835-09C0-D85F5D1207D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074177" y="547115"/>
            <a:ext cx="1524001" cy="279400"/>
          </a:xfrm>
          <a:solidFill>
            <a:srgbClr val="6FC7EA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C44A99-0D37-7B5D-B152-35811261B0D6}"/>
              </a:ext>
            </a:extLst>
          </p:cNvPr>
          <p:cNvSpPr/>
          <p:nvPr userDrawn="1"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7EAC1DE-8263-2A9C-126B-0AD918A340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6096001"/>
            <a:ext cx="1172132" cy="380999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8A290E-1959-B8EB-D35E-4A07B05BA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2001" y="1524000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F137EC8A-C151-463A-3D39-292B1C8382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1524000"/>
            <a:ext cx="4953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47A63F22-74BD-86DB-600D-76A706E86E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2001" y="2289048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02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58F1333-F9FE-7F6C-0E13-C1A3B9A7D6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2289048"/>
            <a:ext cx="4953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7B13C791-0C32-9C6D-5095-DC92D5DCA5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2001" y="3054096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03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55B7BA38-DC59-A4AF-B06F-5CDE3D4C70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24000" y="3054096"/>
            <a:ext cx="4953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21A6C2A0-F6A3-137A-7D20-F4E5B833B5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2001" y="3810000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04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2CC96956-D671-F228-8669-1E471F5C26B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4000" y="3810000"/>
            <a:ext cx="4953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CC7FC7F-FB53-F1CA-CDF3-1C06B8F5F96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2001" y="4565904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05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C28DCB04-C20C-6C27-3B79-3F19A855B7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4000" y="4565904"/>
            <a:ext cx="4953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C7D9F309-88A4-8131-A9BF-DAE2D74415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1" y="5340096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06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D055BA1D-B410-DA11-AD35-D22A214668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5340096"/>
            <a:ext cx="4953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3BD8D8EF-A6B5-D282-4712-1620A9B94A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33816" y="381000"/>
            <a:ext cx="4696183" cy="6096001"/>
          </a:xfrm>
          <a:custGeom>
            <a:avLst/>
            <a:gdLst>
              <a:gd name="connsiteX0" fmla="*/ 310462 w 4402672"/>
              <a:gd name="connsiteY0" fmla="*/ 0 h 5715001"/>
              <a:gd name="connsiteX1" fmla="*/ 2483559 w 4402672"/>
              <a:gd name="connsiteY1" fmla="*/ 0 h 5715001"/>
              <a:gd name="connsiteX2" fmla="*/ 4042802 w 4402672"/>
              <a:gd name="connsiteY2" fmla="*/ 1255916 h 5715001"/>
              <a:gd name="connsiteX3" fmla="*/ 3033868 w 4402672"/>
              <a:gd name="connsiteY3" fmla="*/ 2384806 h 5715001"/>
              <a:gd name="connsiteX4" fmla="*/ 2906844 w 4402672"/>
              <a:gd name="connsiteY4" fmla="*/ 2504763 h 5715001"/>
              <a:gd name="connsiteX5" fmla="*/ 3033868 w 4402672"/>
              <a:gd name="connsiteY5" fmla="*/ 2624720 h 5715001"/>
              <a:gd name="connsiteX6" fmla="*/ 4402672 w 4402672"/>
              <a:gd name="connsiteY6" fmla="*/ 4155758 h 5715001"/>
              <a:gd name="connsiteX7" fmla="*/ 2702268 w 4402672"/>
              <a:gd name="connsiteY7" fmla="*/ 5715001 h 5715001"/>
              <a:gd name="connsiteX8" fmla="*/ 310462 w 4402672"/>
              <a:gd name="connsiteY8" fmla="*/ 5715001 h 5715001"/>
              <a:gd name="connsiteX9" fmla="*/ 0 w 4402672"/>
              <a:gd name="connsiteY9" fmla="*/ 5369266 h 5715001"/>
              <a:gd name="connsiteX10" fmla="*/ 0 w 4402672"/>
              <a:gd name="connsiteY10" fmla="*/ 345736 h 5715001"/>
              <a:gd name="connsiteX11" fmla="*/ 310462 w 4402672"/>
              <a:gd name="connsiteY11" fmla="*/ 0 h 571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672" h="5715001">
                <a:moveTo>
                  <a:pt x="310462" y="0"/>
                </a:moveTo>
                <a:lnTo>
                  <a:pt x="2483559" y="0"/>
                </a:lnTo>
                <a:cubicBezTo>
                  <a:pt x="3499560" y="0"/>
                  <a:pt x="4042802" y="465692"/>
                  <a:pt x="4042802" y="1255916"/>
                </a:cubicBezTo>
                <a:cubicBezTo>
                  <a:pt x="4042802" y="1890908"/>
                  <a:pt x="3619451" y="2271917"/>
                  <a:pt x="3033868" y="2384806"/>
                </a:cubicBezTo>
                <a:cubicBezTo>
                  <a:pt x="2942116" y="2398942"/>
                  <a:pt x="2906844" y="2434216"/>
                  <a:pt x="2906844" y="2504763"/>
                </a:cubicBezTo>
                <a:cubicBezTo>
                  <a:pt x="2906844" y="2575311"/>
                  <a:pt x="2942116" y="2610584"/>
                  <a:pt x="3033868" y="2624720"/>
                </a:cubicBezTo>
                <a:cubicBezTo>
                  <a:pt x="3760612" y="2737609"/>
                  <a:pt x="4402672" y="3139756"/>
                  <a:pt x="4402672" y="4155758"/>
                </a:cubicBezTo>
                <a:cubicBezTo>
                  <a:pt x="4402672" y="4903639"/>
                  <a:pt x="3788817" y="5715001"/>
                  <a:pt x="2702268" y="5715001"/>
                </a:cubicBezTo>
                <a:lnTo>
                  <a:pt x="310462" y="5715001"/>
                </a:lnTo>
                <a:cubicBezTo>
                  <a:pt x="91751" y="5715001"/>
                  <a:pt x="0" y="5644453"/>
                  <a:pt x="0" y="5369266"/>
                </a:cubicBezTo>
                <a:lnTo>
                  <a:pt x="0" y="345736"/>
                </a:lnTo>
                <a:cubicBezTo>
                  <a:pt x="0" y="70548"/>
                  <a:pt x="91751" y="0"/>
                  <a:pt x="31046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/>
            </a:lvl1pPr>
          </a:lstStyle>
          <a:p>
            <a:pPr marL="228600" lvl="0" indent="-228600">
              <a:lnSpc>
                <a:spcPct val="100000"/>
              </a:lnSpc>
            </a:pPr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886B94-CF46-918D-9406-28F23AA308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45CA03-E6C7-E123-3CB4-AD7D531911E2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3D38D874-E875-46B5-B97F-9E345358C99A}" type="datetime1">
              <a:rPr lang="en-US" smtClean="0"/>
              <a:t>10/1/2026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E5E82F-4BED-8F6C-613F-64914FCCCA20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3278AA-0AA6-7CE4-BDE7-2C3588B6DE6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23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lide 6 points /Pictur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6">
            <a:extLst>
              <a:ext uri="{FF2B5EF4-FFF2-40B4-BE49-F238E27FC236}">
                <a16:creationId xmlns:a16="http://schemas.microsoft.com/office/drawing/2014/main" id="{408A2FAF-5F11-7EC7-F6BA-470F04A30CD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074177" y="547115"/>
            <a:ext cx="1524001" cy="279400"/>
          </a:xfrm>
          <a:solidFill>
            <a:srgbClr val="6FC7EA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22">
            <a:extLst>
              <a:ext uri="{FF2B5EF4-FFF2-40B4-BE49-F238E27FC236}">
                <a16:creationId xmlns:a16="http://schemas.microsoft.com/office/drawing/2014/main" id="{BD7E1828-C9C3-3622-B24D-5D0151A12B4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33818" y="381000"/>
            <a:ext cx="4696182" cy="6096000"/>
          </a:xfrm>
          <a:custGeom>
            <a:avLst/>
            <a:gdLst>
              <a:gd name="connsiteX0" fmla="*/ 269066 w 3815650"/>
              <a:gd name="connsiteY0" fmla="*/ 0 h 4953001"/>
              <a:gd name="connsiteX1" fmla="*/ 2152419 w 3815650"/>
              <a:gd name="connsiteY1" fmla="*/ 0 h 4953001"/>
              <a:gd name="connsiteX2" fmla="*/ 3503762 w 3815650"/>
              <a:gd name="connsiteY2" fmla="*/ 1088460 h 4953001"/>
              <a:gd name="connsiteX3" fmla="*/ 2629353 w 3815650"/>
              <a:gd name="connsiteY3" fmla="*/ 2066832 h 4953001"/>
              <a:gd name="connsiteX4" fmla="*/ 2519265 w 3815650"/>
              <a:gd name="connsiteY4" fmla="*/ 2170795 h 4953001"/>
              <a:gd name="connsiteX5" fmla="*/ 2629353 w 3815650"/>
              <a:gd name="connsiteY5" fmla="*/ 2274758 h 4953001"/>
              <a:gd name="connsiteX6" fmla="*/ 3815650 w 3815650"/>
              <a:gd name="connsiteY6" fmla="*/ 3601657 h 4953001"/>
              <a:gd name="connsiteX7" fmla="*/ 2341967 w 3815650"/>
              <a:gd name="connsiteY7" fmla="*/ 4953001 h 4953001"/>
              <a:gd name="connsiteX8" fmla="*/ 2087788 w 3815650"/>
              <a:gd name="connsiteY8" fmla="*/ 4953001 h 4953001"/>
              <a:gd name="connsiteX9" fmla="*/ 2046686 w 3815650"/>
              <a:gd name="connsiteY9" fmla="*/ 4953001 h 4953001"/>
              <a:gd name="connsiteX10" fmla="*/ 2056159 w 3815650"/>
              <a:gd name="connsiteY10" fmla="*/ 4948405 h 4953001"/>
              <a:gd name="connsiteX11" fmla="*/ 3006627 w 3815650"/>
              <a:gd name="connsiteY11" fmla="*/ 3787820 h 4953001"/>
              <a:gd name="connsiteX12" fmla="*/ 2831759 w 3815650"/>
              <a:gd name="connsiteY12" fmla="*/ 3384452 h 4953001"/>
              <a:gd name="connsiteX13" fmla="*/ 2468677 w 3815650"/>
              <a:gd name="connsiteY13" fmla="*/ 3613077 h 4953001"/>
              <a:gd name="connsiteX14" fmla="*/ 4812 w 3815650"/>
              <a:gd name="connsiteY14" fmla="*/ 4691577 h 4953001"/>
              <a:gd name="connsiteX15" fmla="*/ 1760 w 3815650"/>
              <a:gd name="connsiteY15" fmla="*/ 4691164 h 4953001"/>
              <a:gd name="connsiteX16" fmla="*/ 0 w 3815650"/>
              <a:gd name="connsiteY16" fmla="*/ 4653364 h 4953001"/>
              <a:gd name="connsiteX17" fmla="*/ 0 w 3815650"/>
              <a:gd name="connsiteY17" fmla="*/ 299637 h 4953001"/>
              <a:gd name="connsiteX18" fmla="*/ 269066 w 3815650"/>
              <a:gd name="connsiteY18" fmla="*/ 0 h 495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815650" h="4953001">
                <a:moveTo>
                  <a:pt x="269066" y="0"/>
                </a:moveTo>
                <a:lnTo>
                  <a:pt x="2152419" y="0"/>
                </a:lnTo>
                <a:cubicBezTo>
                  <a:pt x="3032952" y="0"/>
                  <a:pt x="3503762" y="403600"/>
                  <a:pt x="3503762" y="1088460"/>
                </a:cubicBezTo>
                <a:cubicBezTo>
                  <a:pt x="3503762" y="1638787"/>
                  <a:pt x="3136858" y="1968996"/>
                  <a:pt x="2629353" y="2066832"/>
                </a:cubicBezTo>
                <a:cubicBezTo>
                  <a:pt x="2549835" y="2079083"/>
                  <a:pt x="2519265" y="2109654"/>
                  <a:pt x="2519265" y="2170795"/>
                </a:cubicBezTo>
                <a:cubicBezTo>
                  <a:pt x="2519265" y="2231936"/>
                  <a:pt x="2549835" y="2262507"/>
                  <a:pt x="2629353" y="2274758"/>
                </a:cubicBezTo>
                <a:cubicBezTo>
                  <a:pt x="3259198" y="2372595"/>
                  <a:pt x="3815650" y="2721122"/>
                  <a:pt x="3815650" y="3601657"/>
                </a:cubicBezTo>
                <a:cubicBezTo>
                  <a:pt x="3815650" y="4249821"/>
                  <a:pt x="3283643" y="4953001"/>
                  <a:pt x="2341967" y="4953001"/>
                </a:cubicBezTo>
                <a:cubicBezTo>
                  <a:pt x="2341967" y="4953001"/>
                  <a:pt x="2242775" y="4953001"/>
                  <a:pt x="2087788" y="4953001"/>
                </a:cubicBezTo>
                <a:lnTo>
                  <a:pt x="2046686" y="4953001"/>
                </a:lnTo>
                <a:lnTo>
                  <a:pt x="2056159" y="4948405"/>
                </a:lnTo>
                <a:cubicBezTo>
                  <a:pt x="2480299" y="4713762"/>
                  <a:pt x="2820050" y="4342498"/>
                  <a:pt x="3006627" y="3787820"/>
                </a:cubicBezTo>
                <a:cubicBezTo>
                  <a:pt x="3073855" y="3572665"/>
                  <a:pt x="2993157" y="3424738"/>
                  <a:pt x="2831759" y="3384452"/>
                </a:cubicBezTo>
                <a:cubicBezTo>
                  <a:pt x="2683832" y="3344165"/>
                  <a:pt x="2562847" y="3397923"/>
                  <a:pt x="2468677" y="3613077"/>
                </a:cubicBezTo>
                <a:cubicBezTo>
                  <a:pt x="1986294" y="4683815"/>
                  <a:pt x="906785" y="4797127"/>
                  <a:pt x="4812" y="4691577"/>
                </a:cubicBezTo>
                <a:lnTo>
                  <a:pt x="1760" y="4691164"/>
                </a:lnTo>
                <a:lnTo>
                  <a:pt x="0" y="4653364"/>
                </a:lnTo>
                <a:lnTo>
                  <a:pt x="0" y="299637"/>
                </a:lnTo>
                <a:cubicBezTo>
                  <a:pt x="0" y="61141"/>
                  <a:pt x="79518" y="0"/>
                  <a:pt x="26906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accent5"/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C44A99-0D37-7B5D-B152-35811261B0D6}"/>
              </a:ext>
            </a:extLst>
          </p:cNvPr>
          <p:cNvSpPr/>
          <p:nvPr userDrawn="1"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7EAC1DE-8263-2A9C-126B-0AD918A340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6096001"/>
            <a:ext cx="1172132" cy="380999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8A290E-1959-B8EB-D35E-4A07B05BA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2001" y="1524000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F137EC8A-C151-463A-3D39-292B1C8382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1524000"/>
            <a:ext cx="4586327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47A63F22-74BD-86DB-600D-76A706E86E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2001" y="2289048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02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58F1333-F9FE-7F6C-0E13-C1A3B9A7D6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2289048"/>
            <a:ext cx="4586327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7B13C791-0C32-9C6D-5095-DC92D5DCA5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2001" y="3054096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03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55B7BA38-DC59-A4AF-B06F-5CDE3D4C70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24000" y="3054096"/>
            <a:ext cx="4586327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21A6C2A0-F6A3-137A-7D20-F4E5B833B5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2001" y="3810000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04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2CC96956-D671-F228-8669-1E471F5C26B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4000" y="3810000"/>
            <a:ext cx="4586327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CC7FC7F-FB53-F1CA-CDF3-1C06B8F5F96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2001" y="4565904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05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C28DCB04-C20C-6C27-3B79-3F19A855B7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4000" y="4565904"/>
            <a:ext cx="4586327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C7D9F309-88A4-8131-A9BF-DAE2D74415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1" y="5340096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06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D055BA1D-B410-DA11-AD35-D22A214668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5340096"/>
            <a:ext cx="4586327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F4BF06BC-41B0-BF40-7B2E-7363FC5619DE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50FB1B2B-3C1D-4710-8B5A-1E23BB02ACDF}" type="datetime1">
              <a:rPr lang="en-US" smtClean="0"/>
              <a:t>10/1/2026</a:t>
            </a:fld>
            <a:endParaRPr lang="en-US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11245E8A-E1B9-1149-97BB-242844BD67E7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BD727989-02E2-9755-3467-A64EB508794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41C4627F-8584-28FE-CE0F-70967D977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2768266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lide 6 points /Pictur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6">
            <a:extLst>
              <a:ext uri="{FF2B5EF4-FFF2-40B4-BE49-F238E27FC236}">
                <a16:creationId xmlns:a16="http://schemas.microsoft.com/office/drawing/2014/main" id="{5273D4C1-1C91-45D2-E66D-0A8C3C3D366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074177" y="547115"/>
            <a:ext cx="1524001" cy="279400"/>
          </a:xfrm>
          <a:solidFill>
            <a:srgbClr val="6FC7EA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7" name="Picture Placeholder 22">
            <a:extLst>
              <a:ext uri="{FF2B5EF4-FFF2-40B4-BE49-F238E27FC236}">
                <a16:creationId xmlns:a16="http://schemas.microsoft.com/office/drawing/2014/main" id="{06E4E8BB-578A-DC32-34CC-4872419BA6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0" y="381000"/>
            <a:ext cx="4572000" cy="6096000"/>
          </a:xfrm>
          <a:prstGeom prst="roundRect">
            <a:avLst>
              <a:gd name="adj" fmla="val 15653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/>
            </a:lvl1pPr>
          </a:lstStyle>
          <a:p>
            <a:pPr marL="228600" lvl="0" indent="-228600">
              <a:lnSpc>
                <a:spcPct val="100000"/>
              </a:lnSpc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C44A99-0D37-7B5D-B152-35811261B0D6}"/>
              </a:ext>
            </a:extLst>
          </p:cNvPr>
          <p:cNvSpPr/>
          <p:nvPr userDrawn="1"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7EAC1DE-8263-2A9C-126B-0AD918A340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6096001"/>
            <a:ext cx="1172132" cy="380999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8A290E-1959-B8EB-D35E-4A07B05BA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2001" y="1524000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F137EC8A-C151-463A-3D39-292B1C8382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1524000"/>
            <a:ext cx="4572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47A63F22-74BD-86DB-600D-76A706E86E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2001" y="2289048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02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58F1333-F9FE-7F6C-0E13-C1A3B9A7D6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2289048"/>
            <a:ext cx="4572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7B13C791-0C32-9C6D-5095-DC92D5DCA5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2001" y="3054096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03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55B7BA38-DC59-A4AF-B06F-5CDE3D4C70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24000" y="3054096"/>
            <a:ext cx="4572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21A6C2A0-F6A3-137A-7D20-F4E5B833B5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2001" y="3810000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04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2CC96956-D671-F228-8669-1E471F5C26B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4000" y="3810000"/>
            <a:ext cx="4572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CC7FC7F-FB53-F1CA-CDF3-1C06B8F5F96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2001" y="4565904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05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C28DCB04-C20C-6C27-3B79-3F19A855B7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4000" y="4565904"/>
            <a:ext cx="4572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C7D9F309-88A4-8131-A9BF-DAE2D74415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1" y="5340096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06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D055BA1D-B410-DA11-AD35-D22A214668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5340096"/>
            <a:ext cx="4572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95EC6E2E-F2FB-F442-1BED-EF9D9F7E7BEC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EDF8AEDA-4C42-4B86-839D-595C30DFE6F4}" type="datetime1">
              <a:rPr lang="en-US" smtClean="0"/>
              <a:t>10/1/2026</a:t>
            </a:fld>
            <a:endParaRPr lang="en-US"/>
          </a:p>
        </p:txBody>
      </p:sp>
      <p:sp>
        <p:nvSpPr>
          <p:cNvPr id="33" name="Footer Placeholder 32">
            <a:extLst>
              <a:ext uri="{FF2B5EF4-FFF2-40B4-BE49-F238E27FC236}">
                <a16:creationId xmlns:a16="http://schemas.microsoft.com/office/drawing/2014/main" id="{76CBF2D9-BCE7-3B7D-CA75-664E3BD0AC5A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4113ECC8-5B39-D697-C57D-0D5699FBA9F6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6" name="Title 45">
            <a:extLst>
              <a:ext uri="{FF2B5EF4-FFF2-40B4-BE49-F238E27FC236}">
                <a16:creationId xmlns:a16="http://schemas.microsoft.com/office/drawing/2014/main" id="{C34C806D-918D-6B67-FC99-134C07D14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9337989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lide 12 point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6">
            <a:extLst>
              <a:ext uri="{FF2B5EF4-FFF2-40B4-BE49-F238E27FC236}">
                <a16:creationId xmlns:a16="http://schemas.microsoft.com/office/drawing/2014/main" id="{8743F90C-25B1-E44E-CC1B-F70474D86FD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074177" y="547115"/>
            <a:ext cx="1524001" cy="279400"/>
          </a:xfrm>
          <a:solidFill>
            <a:srgbClr val="6FC7EA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C44A99-0D37-7B5D-B152-35811261B0D6}"/>
              </a:ext>
            </a:extLst>
          </p:cNvPr>
          <p:cNvSpPr/>
          <p:nvPr userDrawn="1"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7EAC1DE-8263-2A9C-126B-0AD918A340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6096001"/>
            <a:ext cx="1172132" cy="380999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8A290E-1959-B8EB-D35E-4A07B05BA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2001" y="1524000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F137EC8A-C151-463A-3D39-292B1C8382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1524000"/>
            <a:ext cx="4400724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47A63F22-74BD-86DB-600D-76A706E86E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2001" y="2289048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02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58F1333-F9FE-7F6C-0E13-C1A3B9A7D6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2289048"/>
            <a:ext cx="4400724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7B13C791-0C32-9C6D-5095-DC92D5DCA5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2001" y="3054096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03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55B7BA38-DC59-A4AF-B06F-5CDE3D4C70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24000" y="3054096"/>
            <a:ext cx="4400724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21A6C2A0-F6A3-137A-7D20-F4E5B833B5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2001" y="3810000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04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2CC96956-D671-F228-8669-1E471F5C26B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4000" y="3810000"/>
            <a:ext cx="4400724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CC7FC7F-FB53-F1CA-CDF3-1C06B8F5F96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2001" y="4565904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05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C28DCB04-C20C-6C27-3B79-3F19A855B7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4000" y="4565904"/>
            <a:ext cx="4400724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C7D9F309-88A4-8131-A9BF-DAE2D74415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1" y="5340096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06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D055BA1D-B410-DA11-AD35-D22A214668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5340096"/>
            <a:ext cx="4400724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1E4BCDD4-C2EF-DAE6-C00D-A7C2F52AFA7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7277" y="1524000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07</a:t>
            </a: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00F68-9B88-DD75-0825-9F17616666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29276" y="1524000"/>
            <a:ext cx="4400724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65733CC6-3129-D5C9-88FB-3FBCF8EFB43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67277" y="2289048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08</a:t>
            </a:r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6362C4F0-E6EF-219F-1F4C-D58A13E9C58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29276" y="2289048"/>
            <a:ext cx="4400724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9A23DF52-BC7E-5EE9-5CF1-FAF5A172B3E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67277" y="3054096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09</a:t>
            </a:r>
          </a:p>
        </p:txBody>
      </p:sp>
      <p:sp>
        <p:nvSpPr>
          <p:cNvPr id="55" name="Text Placeholder 13">
            <a:extLst>
              <a:ext uri="{FF2B5EF4-FFF2-40B4-BE49-F238E27FC236}">
                <a16:creationId xmlns:a16="http://schemas.microsoft.com/office/drawing/2014/main" id="{AFA399DE-E525-B0F0-ED9B-0099397D460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029276" y="3054096"/>
            <a:ext cx="4400724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57" name="Text Placeholder 13">
            <a:extLst>
              <a:ext uri="{FF2B5EF4-FFF2-40B4-BE49-F238E27FC236}">
                <a16:creationId xmlns:a16="http://schemas.microsoft.com/office/drawing/2014/main" id="{220DCE4F-FC4E-BE60-97C7-06ED83FC8F6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67277" y="3810000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10</a:t>
            </a:r>
          </a:p>
        </p:txBody>
      </p:sp>
      <p:sp>
        <p:nvSpPr>
          <p:cNvPr id="58" name="Text Placeholder 13">
            <a:extLst>
              <a:ext uri="{FF2B5EF4-FFF2-40B4-BE49-F238E27FC236}">
                <a16:creationId xmlns:a16="http://schemas.microsoft.com/office/drawing/2014/main" id="{2A173AFC-6D61-1B0A-AE8A-C7E4AD922F6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029276" y="3810000"/>
            <a:ext cx="4400724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60" name="Text Placeholder 13">
            <a:extLst>
              <a:ext uri="{FF2B5EF4-FFF2-40B4-BE49-F238E27FC236}">
                <a16:creationId xmlns:a16="http://schemas.microsoft.com/office/drawing/2014/main" id="{8338A1FA-68AE-3F22-9159-B15DEEF413A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67277" y="4565904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11</a:t>
            </a:r>
          </a:p>
        </p:txBody>
      </p:sp>
      <p:sp>
        <p:nvSpPr>
          <p:cNvPr id="61" name="Text Placeholder 13">
            <a:extLst>
              <a:ext uri="{FF2B5EF4-FFF2-40B4-BE49-F238E27FC236}">
                <a16:creationId xmlns:a16="http://schemas.microsoft.com/office/drawing/2014/main" id="{94F2349B-9B15-9AA8-C530-8D726CEB161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29276" y="4565904"/>
            <a:ext cx="4400724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63" name="Text Placeholder 13">
            <a:extLst>
              <a:ext uri="{FF2B5EF4-FFF2-40B4-BE49-F238E27FC236}">
                <a16:creationId xmlns:a16="http://schemas.microsoft.com/office/drawing/2014/main" id="{AE806BDE-CE96-0D27-D3C9-44CE4BF7AD6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67277" y="5340096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12</a:t>
            </a:r>
          </a:p>
        </p:txBody>
      </p:sp>
      <p:sp>
        <p:nvSpPr>
          <p:cNvPr id="64" name="Text Placeholder 13">
            <a:extLst>
              <a:ext uri="{FF2B5EF4-FFF2-40B4-BE49-F238E27FC236}">
                <a16:creationId xmlns:a16="http://schemas.microsoft.com/office/drawing/2014/main" id="{822F2D68-2492-6CEE-0251-BF167F817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029276" y="5340096"/>
            <a:ext cx="4400724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523F75-4834-3D95-965E-9B2AEDB7D819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/>
          <a:p>
            <a:fld id="{7568B58F-5A4B-4C4C-9C05-D8CD6A426C17}" type="datetime1">
              <a:rPr lang="en-US" smtClean="0"/>
              <a:t>10/1/2026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3A5499-DEAC-5F40-C21F-83E5E650766F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87E0BC-5EED-2AF7-4844-F80766787837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E6C89970-DDD5-DDB0-7461-6F3E7CA669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2419675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lide 12 points /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6">
            <a:extLst>
              <a:ext uri="{FF2B5EF4-FFF2-40B4-BE49-F238E27FC236}">
                <a16:creationId xmlns:a16="http://schemas.microsoft.com/office/drawing/2014/main" id="{C5AAED92-23F3-7D28-0589-225DA2EED6F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74177" y="547115"/>
            <a:ext cx="1524001" cy="279400"/>
          </a:xfrm>
          <a:solidFill>
            <a:srgbClr val="6FC7EA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0319C5-D892-1953-E40E-083184721B5D}"/>
              </a:ext>
            </a:extLst>
          </p:cNvPr>
          <p:cNvSpPr>
            <a:spLocks noGrp="1"/>
          </p:cNvSpPr>
          <p:nvPr>
            <p:ph type="pic" idx="39"/>
          </p:nvPr>
        </p:nvSpPr>
        <p:spPr>
          <a:xfrm>
            <a:off x="9143997" y="381000"/>
            <a:ext cx="2286003" cy="6096000"/>
          </a:xfrm>
          <a:prstGeom prst="roundRect">
            <a:avLst>
              <a:gd name="adj" fmla="val 15582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C44A99-0D37-7B5D-B152-35811261B0D6}"/>
              </a:ext>
            </a:extLst>
          </p:cNvPr>
          <p:cNvSpPr/>
          <p:nvPr userDrawn="1"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7EAC1DE-8263-2A9C-126B-0AD918A340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6096001"/>
            <a:ext cx="1172132" cy="380999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8A290E-1959-B8EB-D35E-4A07B05BA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2001" y="1524000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F137EC8A-C151-463A-3D39-292B1C8382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1524000"/>
            <a:ext cx="3048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47A63F22-74BD-86DB-600D-76A706E86E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2001" y="2289048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02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58F1333-F9FE-7F6C-0E13-C1A3B9A7D6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2289048"/>
            <a:ext cx="3048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7B13C791-0C32-9C6D-5095-DC92D5DCA5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2001" y="3054096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03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55B7BA38-DC59-A4AF-B06F-5CDE3D4C70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24000" y="3054096"/>
            <a:ext cx="3048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21A6C2A0-F6A3-137A-7D20-F4E5B833B5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2001" y="3810000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04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2CC96956-D671-F228-8669-1E471F5C26B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4000" y="3810000"/>
            <a:ext cx="3048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CC7FC7F-FB53-F1CA-CDF3-1C06B8F5F96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2001" y="4565904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05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C28DCB04-C20C-6C27-3B79-3F19A855B7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4000" y="4565904"/>
            <a:ext cx="3048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C7D9F309-88A4-8131-A9BF-DAE2D74415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1" y="5340096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06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D055BA1D-B410-DA11-AD35-D22A214668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5340096"/>
            <a:ext cx="3048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</a:t>
            </a:r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1E4BCDD4-C2EF-DAE6-C00D-A7C2F52AFA7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53001" y="1524000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07</a:t>
            </a: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00F68-9B88-DD75-0825-9F17616666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15000" y="1524000"/>
            <a:ext cx="3048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</a:t>
            </a: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65733CC6-3129-D5C9-88FB-3FBCF8EFB43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53001" y="2289048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08</a:t>
            </a:r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6362C4F0-E6EF-219F-1F4C-D58A13E9C58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15000" y="2289048"/>
            <a:ext cx="3048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9A23DF52-BC7E-5EE9-5CF1-FAF5A172B3E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53001" y="3054096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09</a:t>
            </a:r>
          </a:p>
        </p:txBody>
      </p:sp>
      <p:sp>
        <p:nvSpPr>
          <p:cNvPr id="55" name="Text Placeholder 13">
            <a:extLst>
              <a:ext uri="{FF2B5EF4-FFF2-40B4-BE49-F238E27FC236}">
                <a16:creationId xmlns:a16="http://schemas.microsoft.com/office/drawing/2014/main" id="{AFA399DE-E525-B0F0-ED9B-0099397D460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15000" y="3054096"/>
            <a:ext cx="3048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</a:t>
            </a:r>
          </a:p>
        </p:txBody>
      </p:sp>
      <p:sp>
        <p:nvSpPr>
          <p:cNvPr id="57" name="Text Placeholder 13">
            <a:extLst>
              <a:ext uri="{FF2B5EF4-FFF2-40B4-BE49-F238E27FC236}">
                <a16:creationId xmlns:a16="http://schemas.microsoft.com/office/drawing/2014/main" id="{220DCE4F-FC4E-BE60-97C7-06ED83FC8F6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953001" y="3810000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10</a:t>
            </a:r>
          </a:p>
        </p:txBody>
      </p:sp>
      <p:sp>
        <p:nvSpPr>
          <p:cNvPr id="58" name="Text Placeholder 13">
            <a:extLst>
              <a:ext uri="{FF2B5EF4-FFF2-40B4-BE49-F238E27FC236}">
                <a16:creationId xmlns:a16="http://schemas.microsoft.com/office/drawing/2014/main" id="{2A173AFC-6D61-1B0A-AE8A-C7E4AD922F6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715000" y="3810000"/>
            <a:ext cx="3048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</a:t>
            </a:r>
          </a:p>
        </p:txBody>
      </p:sp>
      <p:sp>
        <p:nvSpPr>
          <p:cNvPr id="60" name="Text Placeholder 13">
            <a:extLst>
              <a:ext uri="{FF2B5EF4-FFF2-40B4-BE49-F238E27FC236}">
                <a16:creationId xmlns:a16="http://schemas.microsoft.com/office/drawing/2014/main" id="{8338A1FA-68AE-3F22-9159-B15DEEF413A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953001" y="4565904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11</a:t>
            </a:r>
          </a:p>
        </p:txBody>
      </p:sp>
      <p:sp>
        <p:nvSpPr>
          <p:cNvPr id="61" name="Text Placeholder 13">
            <a:extLst>
              <a:ext uri="{FF2B5EF4-FFF2-40B4-BE49-F238E27FC236}">
                <a16:creationId xmlns:a16="http://schemas.microsoft.com/office/drawing/2014/main" id="{94F2349B-9B15-9AA8-C530-8D726CEB161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715000" y="4565904"/>
            <a:ext cx="3048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</a:t>
            </a:r>
          </a:p>
        </p:txBody>
      </p:sp>
      <p:sp>
        <p:nvSpPr>
          <p:cNvPr id="63" name="Text Placeholder 13">
            <a:extLst>
              <a:ext uri="{FF2B5EF4-FFF2-40B4-BE49-F238E27FC236}">
                <a16:creationId xmlns:a16="http://schemas.microsoft.com/office/drawing/2014/main" id="{AE806BDE-CE96-0D27-D3C9-44CE4BF7AD6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953001" y="5340096"/>
            <a:ext cx="548639" cy="381000"/>
          </a:xfrm>
        </p:spPr>
        <p:txBody>
          <a:bodyPr vert="horz" lIns="0" tIns="13716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32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12</a:t>
            </a:r>
          </a:p>
        </p:txBody>
      </p:sp>
      <p:sp>
        <p:nvSpPr>
          <p:cNvPr id="64" name="Text Placeholder 13">
            <a:extLst>
              <a:ext uri="{FF2B5EF4-FFF2-40B4-BE49-F238E27FC236}">
                <a16:creationId xmlns:a16="http://schemas.microsoft.com/office/drawing/2014/main" id="{822F2D68-2492-6CEE-0251-BF167F817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715000" y="5340096"/>
            <a:ext cx="3048000" cy="381000"/>
          </a:xfrm>
        </p:spPr>
        <p:txBody>
          <a:bodyPr vert="horz" lIns="0" tIns="45720" rIns="0" bIns="0" rtlCol="0" anchor="ctr">
            <a:noAutofit/>
          </a:bodyPr>
          <a:lstStyle>
            <a:lvl1pPr marL="0" indent="0">
              <a:buNone/>
              <a:defRPr lang="en-US" sz="1800" dirty="0">
                <a:latin typeface="+mj-lt"/>
              </a:defRPr>
            </a:lvl1pPr>
          </a:lstStyle>
          <a:p>
            <a:pPr marL="233363" lvl="0" indent="-233363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your topic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8DEE1046-0D41-E75C-4B70-10C5D39B6E06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fld id="{C1246989-F311-4DF1-866B-ADE650FB0F92}" type="datetime1">
              <a:rPr lang="en-US" smtClean="0"/>
              <a:t>10/1/2026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1DA7F12-4D42-B3A3-84D0-2F1EBFF9CA4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0937C349-9383-3181-71BA-C0B1C6984987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FF92CA6B-8E0A-A4BE-D944-AA5DF06C0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381001"/>
            <a:ext cx="8001000" cy="7619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6656563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B7BB3-DBF7-6C55-24DA-C058E47EC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524001"/>
            <a:ext cx="106680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5AA91577-26C2-B61D-CAD8-16386C776FD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01DD86-4D29-0DFC-FBB7-F55BF7F7B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1"/>
            <a:ext cx="10668000" cy="761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9E027-E853-67FF-B34E-A0669366E672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487EAEFD-B794-4443-8F00-E282EADE9B22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854B65-7A44-037A-B168-BA8BDB4EC10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905BCAA-C2F0-01D9-29B7-C27A06D5D8D8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503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>
            <a:extLst>
              <a:ext uri="{FF2B5EF4-FFF2-40B4-BE49-F238E27FC236}">
                <a16:creationId xmlns:a16="http://schemas.microsoft.com/office/drawing/2014/main" id="{9D507754-F23C-9F64-D4AD-34741CFBFF7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01DD86-4D29-0DFC-FBB7-F55BF7F7B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1"/>
            <a:ext cx="10668000" cy="761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B7BB3-DBF7-6C55-24DA-C058E47EC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524001"/>
            <a:ext cx="49530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A58FC-2EEE-3FB2-FF97-6F5E5DA92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1524001"/>
            <a:ext cx="49530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2C77141-87BB-F054-E26A-9D741D2BC614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D66CC0B-19F5-42FC-98E8-453D36A5F35C}" type="datetime1">
              <a:rPr lang="en-US" smtClean="0"/>
              <a:t>10/1/2026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9CA1640-D3E0-AC73-1E5D-BEB3118D054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8D9D5C8-4B2B-C964-C444-F9E6F58EC8FA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572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>
            <a:extLst>
              <a:ext uri="{FF2B5EF4-FFF2-40B4-BE49-F238E27FC236}">
                <a16:creationId xmlns:a16="http://schemas.microsoft.com/office/drawing/2014/main" id="{68E247C2-1226-9E49-0687-993E0E95600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01DD86-4D29-0DFC-FBB7-F55BF7F7B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1"/>
            <a:ext cx="10668000" cy="761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B7BB3-DBF7-6C55-24DA-C058E47EC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6000"/>
            <a:ext cx="1066800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62AA19C-1E08-8F3A-3948-C8768DFEEF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1524000"/>
            <a:ext cx="10668000" cy="57150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233363" lvl="0" indent="-233363"/>
            <a:r>
              <a:rPr lang="en-US"/>
              <a:t>Click to edit Subtitle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0A01F65-A37E-46E8-867C-24F105BB339E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510954D2-2BD2-49E3-9966-C74C988085B7}" type="datetime1">
              <a:rPr lang="en-US" smtClean="0"/>
              <a:t>10/1/2026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AAD399D-600F-D04D-D0C7-333A19AFC52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27F6677-0B3E-020D-36B6-35C150D89C9B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3445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6">
            <a:extLst>
              <a:ext uri="{FF2B5EF4-FFF2-40B4-BE49-F238E27FC236}">
                <a16:creationId xmlns:a16="http://schemas.microsoft.com/office/drawing/2014/main" id="{32D7B4D3-D845-45E4-25B9-EE3EFA3EEC8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62F6-C1C6-6EBC-E359-B783207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71176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BAD84-9215-966D-B55D-4838C2107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524000"/>
            <a:ext cx="4952999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F8BE5-17E9-0CC0-A140-376575DCC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2286000"/>
            <a:ext cx="4952999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4E60AE-3D6B-9C81-B1BB-F05C2F2CE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76859" y="1524000"/>
            <a:ext cx="4952999" cy="5715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68F81-20B8-3C8B-7B24-46F661CEF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6859" y="2286000"/>
            <a:ext cx="4952999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AD45B94-C148-A101-37F6-DE5E8E133B77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1D032576-8BB4-41E8-9E3B-7495C268AB2C}" type="datetime1">
              <a:rPr lang="en-US" smtClean="0"/>
              <a:t>10/1/2026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16BBC9F-89B6-0BA9-B119-C1CD645E6530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77A2E70-5DAD-8C40-8884-EAACA10152D3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315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nten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6">
            <a:extLst>
              <a:ext uri="{FF2B5EF4-FFF2-40B4-BE49-F238E27FC236}">
                <a16:creationId xmlns:a16="http://schemas.microsoft.com/office/drawing/2014/main" id="{BEBAE63B-84B2-61DC-9EB6-3A4C293E5BC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62F6-C1C6-6EBC-E359-B783207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71176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BAD84-9215-966D-B55D-4838C2107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1" y="1524000"/>
            <a:ext cx="3047999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F8BE5-17E9-0CC0-A140-376575DCC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2286000"/>
            <a:ext cx="3047999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4731745-6222-4B1E-EC4B-55DF182048C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572000" y="1524000"/>
            <a:ext cx="3047999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4672025-E779-35C9-42B4-C2B42D68F57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572000" y="2286000"/>
            <a:ext cx="3047999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2EDC788-F397-CC4E-0AD8-673C55447FB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8382000" y="1524000"/>
            <a:ext cx="3047999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AEE124-030E-49F6-53BF-E32AE98C67C9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0" y="2286000"/>
            <a:ext cx="3047999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2059D03-46BF-872D-D3B7-E8B0BD3B13C7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E115D515-C902-4B6D-B728-125FF3163DB4}" type="datetime1">
              <a:rPr lang="en-US" smtClean="0"/>
              <a:t>10/1/2026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1A28A78-2E06-7CE9-ECDB-05CC58444E73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EE5004D-E732-2817-CE53-0893CB62E26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728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Conten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6">
            <a:extLst>
              <a:ext uri="{FF2B5EF4-FFF2-40B4-BE49-F238E27FC236}">
                <a16:creationId xmlns:a16="http://schemas.microsoft.com/office/drawing/2014/main" id="{F32C6C73-2BBA-E331-2707-4EB009E5096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62F6-C1C6-6EBC-E359-B783207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71176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BAD84-9215-966D-B55D-4838C2107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1" y="1524000"/>
            <a:ext cx="2285999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F8BE5-17E9-0CC0-A140-376575DCC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2286000"/>
            <a:ext cx="2285999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2CCEDA8-8866-5D27-5C11-FF837DD8C87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556000" y="1524000"/>
            <a:ext cx="2285999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C8F3F05-D8A1-3DD8-19BB-CD366141FFD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56001" y="2286000"/>
            <a:ext cx="2285999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011E865-807C-D470-BEB5-AD07C378A24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349999" y="1524000"/>
            <a:ext cx="2285999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1064656-64AF-F5F7-8153-6DA3DDDB626E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350001" y="2286000"/>
            <a:ext cx="2285999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FBC9F20-0171-1253-3EEB-A886A2EC0268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9143999" y="1524000"/>
            <a:ext cx="2285999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28AFE631-3948-0A35-2EDA-C56CEECFA781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9144000" y="2286000"/>
            <a:ext cx="2285999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0617490-281B-A924-1737-0F79315BE5E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D18E5832-30C8-4745-9DA0-680CABD6C59C}" type="datetime1">
              <a:rPr lang="en-US" smtClean="0"/>
              <a:t>10/1/2026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2490B30-1CDB-AFCB-EA95-E4D588E3AD94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993DFA8-0A88-7089-89C2-65FCA445697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3064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ntent with Titl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6">
            <a:extLst>
              <a:ext uri="{FF2B5EF4-FFF2-40B4-BE49-F238E27FC236}">
                <a16:creationId xmlns:a16="http://schemas.microsoft.com/office/drawing/2014/main" id="{BBEBE180-DBCD-BB4E-2A98-D2FCBC38002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62F6-C1C6-6EBC-E359-B783207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71176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BAD84-9215-966D-B55D-4838C2107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1" y="1524000"/>
            <a:ext cx="4952999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F8BE5-17E9-0CC0-A140-376575DCC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2286000"/>
            <a:ext cx="4952999" cy="114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19B494A-6736-8576-ABBC-59F95A8DE7F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762001" y="3824804"/>
            <a:ext cx="4952999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41023C-C43E-C68C-C4B6-A1A24511B5E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1" y="4586804"/>
            <a:ext cx="4952999" cy="114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DA3C068-D30B-5991-E2A1-E17478B4CBB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477000" y="1524000"/>
            <a:ext cx="4952999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D02FB69-C218-B680-2298-90B45EE6A90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477000" y="2286000"/>
            <a:ext cx="4952999" cy="114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51B2BBA-B3D2-E6AF-CD97-5B9332C047F6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477000" y="3824804"/>
            <a:ext cx="4952999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C97B8A9E-A206-39B1-61C0-4D248AE27119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477000" y="4586804"/>
            <a:ext cx="4952999" cy="114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C667BFC-CFCA-A46C-42BA-8C8545E3BF25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D281ABB-D4BA-4881-8606-9697D9A3B453}" type="datetime1">
              <a:rPr lang="en-US" smtClean="0"/>
              <a:t>10/1/2026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2012514-F89B-1A49-D05A-B8CAD9BE399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C06B67E-E30E-1114-9319-3207A1D11D4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0135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 /Pictur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6">
            <a:extLst>
              <a:ext uri="{FF2B5EF4-FFF2-40B4-BE49-F238E27FC236}">
                <a16:creationId xmlns:a16="http://schemas.microsoft.com/office/drawing/2014/main" id="{8989F48D-AF11-6B55-474D-CE7EDE310E5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53174DC-5305-D48E-4396-F3DAF787D4B8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095999" y="380999"/>
            <a:ext cx="5334000" cy="6096001"/>
          </a:xfrm>
          <a:prstGeom prst="roundRect">
            <a:avLst>
              <a:gd name="adj" fmla="val 13629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62F6-C1C6-6EBC-E359-B783207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49530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BAD84-9215-966D-B55D-4838C2107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1" y="1524000"/>
            <a:ext cx="4952999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F8BE5-17E9-0CC0-A140-376575DCC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2286000"/>
            <a:ext cx="4952999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E3E5B0-6FB5-20FC-70FA-F75AD05506F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98950CB1-6A17-46C5-AA64-3E6EBA1D6A06}" type="datetime1">
              <a:rPr lang="en-US" smtClean="0"/>
              <a:t>10/1/2026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C8F162C-CF00-AF8A-1243-3E8294A98063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02B10FC-FF15-1AEB-4589-7A9C407BBF2C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8100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 /Pictur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6">
            <a:extLst>
              <a:ext uri="{FF2B5EF4-FFF2-40B4-BE49-F238E27FC236}">
                <a16:creationId xmlns:a16="http://schemas.microsoft.com/office/drawing/2014/main" id="{7CE0D499-A4D3-6EC0-3FF5-A4F15D04180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62F6-C1C6-6EBC-E359-B783207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BAD84-9215-966D-B55D-4838C2107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1" y="1524000"/>
            <a:ext cx="6857999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F8BE5-17E9-0CC0-A140-376575DCC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2286000"/>
            <a:ext cx="6857999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53174DC-5305-D48E-4396-F3DAF787D4B8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001000" y="1524000"/>
            <a:ext cx="3429000" cy="4191000"/>
          </a:xfrm>
          <a:prstGeom prst="roundRect">
            <a:avLst>
              <a:gd name="adj" fmla="val 14063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7FBBCE8-738A-83E3-0829-643955B588F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8CB05357-C013-4A64-B45A-CCE3E91230DE}" type="datetime1">
              <a:rPr lang="en-US" smtClean="0"/>
              <a:t>10/1/2026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50BC299-4E6F-68F1-5B97-2C865E5235A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2F105-F688-C85B-ED9A-9A30AE38EA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5967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 /Pictur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6">
            <a:extLst>
              <a:ext uri="{FF2B5EF4-FFF2-40B4-BE49-F238E27FC236}">
                <a16:creationId xmlns:a16="http://schemas.microsoft.com/office/drawing/2014/main" id="{A31CF554-934E-5C41-0AF5-B723379CC63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42320BD-F51B-BF9A-5D80-76CE32B6185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001000" y="3047999"/>
            <a:ext cx="3429000" cy="2667001"/>
          </a:xfrm>
          <a:prstGeom prst="roundRect">
            <a:avLst>
              <a:gd name="adj" fmla="val 17994"/>
            </a:avLst>
          </a:prstGeo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accent4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62F6-C1C6-6EBC-E359-B783207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BAD84-9215-966D-B55D-4838C2107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524000"/>
            <a:ext cx="6857999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F8BE5-17E9-0CC0-A140-376575DCC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2286000"/>
            <a:ext cx="6857999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53174DC-5305-D48E-4396-F3DAF787D4B8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000997" y="1524000"/>
            <a:ext cx="3429001" cy="4191000"/>
          </a:xfrm>
          <a:prstGeom prst="roundRect">
            <a:avLst>
              <a:gd name="adj" fmla="val 15593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3EB9195-9D68-02E3-3490-800294AC85F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5CF10C32-889D-4AAF-9D6A-E8F99F192850}" type="datetime1">
              <a:rPr lang="en-US" smtClean="0"/>
              <a:t>10/1/2026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60F6126-6064-02C4-645B-BB666E821F89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D933A00-E525-C6F0-07AB-B874CD3E484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1128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 /Pictur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6">
            <a:extLst>
              <a:ext uri="{FF2B5EF4-FFF2-40B4-BE49-F238E27FC236}">
                <a16:creationId xmlns:a16="http://schemas.microsoft.com/office/drawing/2014/main" id="{7BAACE49-6B47-B602-0B3F-58B8A7D2C37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ext Placeholder 36">
            <a:extLst>
              <a:ext uri="{FF2B5EF4-FFF2-40B4-BE49-F238E27FC236}">
                <a16:creationId xmlns:a16="http://schemas.microsoft.com/office/drawing/2014/main" id="{8837521F-D4B6-011A-9261-B4B85F6BD24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477000" y="1524000"/>
            <a:ext cx="4953000" cy="4191000"/>
          </a:xfrm>
          <a:prstGeom prst="roundRect">
            <a:avLst>
              <a:gd name="adj" fmla="val 14863"/>
            </a:avLst>
          </a:prstGeom>
          <a:solidFill>
            <a:schemeClr val="accent4"/>
          </a:solidFill>
        </p:spPr>
        <p:txBody>
          <a:bodyPr/>
          <a:lstStyle>
            <a:lvl1pPr>
              <a:defRPr>
                <a:solidFill>
                  <a:srgbClr val="E27FAF">
                    <a:alpha val="0"/>
                  </a:srgb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CB003-0E37-9F77-0B92-AFE72ABC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B2D228E-1EF2-FCF8-38CC-91694ECB72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1905000"/>
            <a:ext cx="4572001" cy="4953000"/>
          </a:xfrm>
          <a:noFill/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Put a person picture without a background here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022FFB1-F14D-257B-E8B7-2734B46E2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1" y="1524000"/>
            <a:ext cx="4953000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530CAB1-D2F0-350C-3ABA-C7218D2F0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2286000"/>
            <a:ext cx="495300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0E0B771-9E02-1C6F-9E23-E978A7031A3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00B2DA7D-4F16-46B4-BBA8-B3C93F5DE974}" type="datetime1">
              <a:rPr lang="en-US" smtClean="0"/>
              <a:t>10/1/2026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26E34D1-8A44-7471-1BF7-CA4FDDBAEFDB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BC2A369-3208-275E-AE39-0277D908204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9907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 /Pictur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6">
            <a:extLst>
              <a:ext uri="{FF2B5EF4-FFF2-40B4-BE49-F238E27FC236}">
                <a16:creationId xmlns:a16="http://schemas.microsoft.com/office/drawing/2014/main" id="{28893E98-78D2-06A4-B697-0F41D6C917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62F6-C1C6-6EBC-E359-B783207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BAD84-9215-966D-B55D-4838C2107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524000"/>
            <a:ext cx="4952999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F8BE5-17E9-0CC0-A140-376575DCC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2286000"/>
            <a:ext cx="4952999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53174DC-5305-D48E-4396-F3DAF787D4B8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477000" y="1524000"/>
            <a:ext cx="4952998" cy="4191000"/>
          </a:xfrm>
          <a:prstGeom prst="roundRect">
            <a:avLst>
              <a:gd name="adj" fmla="val 11259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3EB9195-9D68-02E3-3490-800294AC85F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BDCF2842-B9E2-45CF-A88E-CFC96A038803}" type="datetime1">
              <a:rPr lang="en-US" smtClean="0"/>
              <a:t>10/1/2026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60F6126-6064-02C4-645B-BB666E821F89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D933A00-E525-C6F0-07AB-B874CD3E484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998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 /Pictur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6">
            <a:extLst>
              <a:ext uri="{FF2B5EF4-FFF2-40B4-BE49-F238E27FC236}">
                <a16:creationId xmlns:a16="http://schemas.microsoft.com/office/drawing/2014/main" id="{1BBCD36F-6712-9515-755F-364A2B8F15B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53174DC-5305-D48E-4396-F3DAF787D4B8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191000" y="1524000"/>
            <a:ext cx="7239000" cy="4191000"/>
          </a:xfrm>
          <a:prstGeom prst="roundRect">
            <a:avLst>
              <a:gd name="adj" fmla="val 15482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62F6-C1C6-6EBC-E359-B783207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BAD84-9215-966D-B55D-4838C2107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1" y="1524000"/>
            <a:ext cx="3047999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F8BE5-17E9-0CC0-A140-376575DCC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2286000"/>
            <a:ext cx="3047999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55EBD6C-E7A9-CC33-F593-7A14AAD7BED6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E00BD84-5F71-4758-8A26-A0F5538E059C}" type="datetime1">
              <a:rPr lang="en-US" smtClean="0"/>
              <a:t>10/1/2026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AF2D3C8-7C41-7A1D-4978-CA45C95AA591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E092943-0395-FD95-A64E-FFA0DCDEDD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1783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 /Pictur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6">
            <a:extLst>
              <a:ext uri="{FF2B5EF4-FFF2-40B4-BE49-F238E27FC236}">
                <a16:creationId xmlns:a16="http://schemas.microsoft.com/office/drawing/2014/main" id="{17A9CA34-2244-85EB-821A-9D3AB171F74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62F6-C1C6-6EBC-E359-B783207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BAD84-9215-966D-B55D-4838C2107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1" y="1524000"/>
            <a:ext cx="8000999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F8BE5-17E9-0CC0-A140-376575DCC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2286000"/>
            <a:ext cx="8000999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53174DC-5305-D48E-4396-F3DAF787D4B8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143999" y="1524000"/>
            <a:ext cx="2285999" cy="4191000"/>
          </a:xfrm>
          <a:prstGeom prst="roundRect">
            <a:avLst>
              <a:gd name="adj" fmla="val 15442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0990A5E-C0B2-AA9A-70E2-39A4F551860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09AFE02C-64FA-495C-BDB8-7627B1C859BD}" type="datetime1">
              <a:rPr lang="en-US" smtClean="0"/>
              <a:t>10/1/2026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B67A3AA-99A6-B636-3471-EE71840A1CBB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B2BE14F-3EA9-5E53-007D-6086C73E088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376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with titles /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6">
            <a:extLst>
              <a:ext uri="{FF2B5EF4-FFF2-40B4-BE49-F238E27FC236}">
                <a16:creationId xmlns:a16="http://schemas.microsoft.com/office/drawing/2014/main" id="{E729899B-318A-566B-2B9E-C318454554C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62F6-C1C6-6EBC-E359-B783207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71176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BAD84-9215-966D-B55D-4838C2107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131979"/>
            <a:ext cx="4953000" cy="54864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F8BE5-17E9-0CC0-A140-376575DCC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809999"/>
            <a:ext cx="4953000" cy="1905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4E60AE-3D6B-9C81-B1BB-F05C2F2CE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76998" y="3131979"/>
            <a:ext cx="4953001" cy="54864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68F81-20B8-3C8B-7B24-46F661CEF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6998" y="3809999"/>
            <a:ext cx="4953001" cy="1905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D9CD68F1-C69C-3512-B31A-B5DC1B4245B1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477000" y="1295399"/>
            <a:ext cx="4953000" cy="1752601"/>
          </a:xfrm>
          <a:prstGeom prst="roundRect">
            <a:avLst>
              <a:gd name="adj" fmla="val 19386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9FED2D6-C906-1F72-EA25-0CF5175D15E3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FDEE9D43-6149-45D3-8685-A20B9EE6A3B6}" type="datetime1">
              <a:rPr lang="en-US" smtClean="0"/>
              <a:t>10/1/2026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8B81AAF-1A7D-799B-E4A3-3BFD62229AE1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67F8427-4181-B182-5FF3-BBE82CB4DA6D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C09EE071-B1C4-7941-795B-DFF38A69461F}"/>
              </a:ext>
            </a:extLst>
          </p:cNvPr>
          <p:cNvSpPr>
            <a:spLocks noGrp="1"/>
          </p:cNvSpPr>
          <p:nvPr>
            <p:ph type="pic" idx="35"/>
          </p:nvPr>
        </p:nvSpPr>
        <p:spPr>
          <a:xfrm>
            <a:off x="762000" y="1295399"/>
            <a:ext cx="4953000" cy="1752601"/>
          </a:xfrm>
          <a:prstGeom prst="roundRect">
            <a:avLst>
              <a:gd name="adj" fmla="val 19386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975013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ntent with titles /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6">
            <a:extLst>
              <a:ext uri="{FF2B5EF4-FFF2-40B4-BE49-F238E27FC236}">
                <a16:creationId xmlns:a16="http://schemas.microsoft.com/office/drawing/2014/main" id="{06398926-6E95-EEC0-E686-CDA8D7DA7D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62F6-C1C6-6EBC-E359-B783207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71176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BAD84-9215-966D-B55D-4838C2107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61912"/>
            <a:ext cx="3048000" cy="5231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F8BE5-17E9-0CC0-A140-376575DCC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812540"/>
            <a:ext cx="3048000" cy="190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4E60AE-3D6B-9C81-B1BB-F05C2F2CE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72001" y="3048000"/>
            <a:ext cx="3048000" cy="53710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68F81-20B8-3C8B-7B24-46F661CEF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72001" y="3812540"/>
            <a:ext cx="3048000" cy="190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3F4ADD5-56F4-6513-546C-7AE987E6DB6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572001" y="1330960"/>
            <a:ext cx="3048000" cy="1717040"/>
          </a:xfrm>
          <a:prstGeom prst="roundRect">
            <a:avLst>
              <a:gd name="adj" fmla="val 19386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8B02E0E-16AA-5296-C34A-7783F42E29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2" y="3048000"/>
            <a:ext cx="3048000" cy="53710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26727ED-D3FE-E645-4782-D963B9FA87A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2002" y="3812540"/>
            <a:ext cx="3048000" cy="190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0A95501C-74CC-DC7A-AB45-FC984CD74FD4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762000" y="1330960"/>
            <a:ext cx="3048000" cy="1717040"/>
          </a:xfrm>
          <a:prstGeom prst="roundRect">
            <a:avLst>
              <a:gd name="adj" fmla="val 19386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67B2232-9159-0027-FA2D-C73B232688B3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8382002" y="1330960"/>
            <a:ext cx="3048000" cy="1717040"/>
          </a:xfrm>
          <a:prstGeom prst="roundRect">
            <a:avLst>
              <a:gd name="adj" fmla="val 19386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E538226-A32D-94C3-EEB0-5C1492F370A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BC6B11A6-C8AD-4557-AE39-6D6DCA34EDCF}" type="datetime1">
              <a:rPr lang="en-US" smtClean="0"/>
              <a:t>10/1/2026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103728-9680-7163-5748-C4A1CCE6177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3F8ABD3-4C0F-5DEE-2F39-FF5926A52CD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0411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ntent /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6">
            <a:extLst>
              <a:ext uri="{FF2B5EF4-FFF2-40B4-BE49-F238E27FC236}">
                <a16:creationId xmlns:a16="http://schemas.microsoft.com/office/drawing/2014/main" id="{E3C3BFA1-954A-E4E4-1A64-6D9C59425D9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62F6-C1C6-6EBC-E359-B783207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71176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F8BE5-17E9-0CC0-A140-376575DCC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819330"/>
            <a:ext cx="3048000" cy="1895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68F81-20B8-3C8B-7B24-46F661CEF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73588" y="3819330"/>
            <a:ext cx="3048000" cy="1895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3F4ADD5-56F4-6513-546C-7AE987E6DB6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573588" y="1330960"/>
            <a:ext cx="3048000" cy="2098040"/>
          </a:xfrm>
          <a:prstGeom prst="roundRect">
            <a:avLst>
              <a:gd name="adj" fmla="val 19386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26727ED-D3FE-E645-4782-D963B9FA87A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5176" y="3819330"/>
            <a:ext cx="3048000" cy="1895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0A95501C-74CC-DC7A-AB45-FC984CD74FD4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762000" y="1330960"/>
            <a:ext cx="3048000" cy="2098040"/>
          </a:xfrm>
          <a:prstGeom prst="roundRect">
            <a:avLst>
              <a:gd name="adj" fmla="val 19386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67B2232-9159-0027-FA2D-C73B232688B3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8385176" y="1330960"/>
            <a:ext cx="3048000" cy="2098040"/>
          </a:xfrm>
          <a:prstGeom prst="roundRect">
            <a:avLst>
              <a:gd name="adj" fmla="val 19386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E538226-A32D-94C3-EEB0-5C1492F370A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AA229272-83A0-458D-8447-100642C74193}" type="datetime1">
              <a:rPr lang="en-US" smtClean="0"/>
              <a:t>10/1/2026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103728-9680-7163-5748-C4A1CCE6177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3F8ABD3-4C0F-5DEE-2F39-FF5926A52CD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166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Content with titles /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6">
            <a:extLst>
              <a:ext uri="{FF2B5EF4-FFF2-40B4-BE49-F238E27FC236}">
                <a16:creationId xmlns:a16="http://schemas.microsoft.com/office/drawing/2014/main" id="{DB5572FD-8D5A-5FBB-E002-9F881C17BD8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62F6-C1C6-6EBC-E359-B783207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71176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BAD84-9215-966D-B55D-4838C2107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61912"/>
            <a:ext cx="2286000" cy="5231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F8BE5-17E9-0CC0-A140-376575DCC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810000"/>
            <a:ext cx="2286000" cy="190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4E60AE-3D6B-9C81-B1BB-F05C2F2CE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56000" y="3048000"/>
            <a:ext cx="2286000" cy="53710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68F81-20B8-3C8B-7B24-46F661CEF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56000" y="3810000"/>
            <a:ext cx="2286000" cy="190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3F4ADD5-56F4-6513-546C-7AE987E6DB6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556000" y="1330960"/>
            <a:ext cx="2286000" cy="1717040"/>
          </a:xfrm>
          <a:prstGeom prst="roundRect">
            <a:avLst>
              <a:gd name="adj" fmla="val 19386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8B02E0E-16AA-5296-C34A-7783F42E29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50000" y="3048000"/>
            <a:ext cx="2286000" cy="53710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26727ED-D3FE-E645-4782-D963B9FA87A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0000" y="3810000"/>
            <a:ext cx="2286000" cy="190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0A95501C-74CC-DC7A-AB45-FC984CD74FD4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762000" y="1330960"/>
            <a:ext cx="2286000" cy="1717040"/>
          </a:xfrm>
          <a:prstGeom prst="roundRect">
            <a:avLst>
              <a:gd name="adj" fmla="val 19386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67B2232-9159-0027-FA2D-C73B232688B3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350000" y="1330960"/>
            <a:ext cx="2286000" cy="1717040"/>
          </a:xfrm>
          <a:prstGeom prst="roundRect">
            <a:avLst>
              <a:gd name="adj" fmla="val 19386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CEF345B-1260-9A46-EF62-C3E3CBAF43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44000" y="3048000"/>
            <a:ext cx="2286000" cy="53710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31EEE642-5698-ED74-513B-909E9D80E1B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144000" y="3810000"/>
            <a:ext cx="2286000" cy="190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62C864EC-25B8-EDC1-CC91-B1044534141D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9144000" y="1330960"/>
            <a:ext cx="2286000" cy="1717040"/>
          </a:xfrm>
          <a:prstGeom prst="roundRect">
            <a:avLst>
              <a:gd name="adj" fmla="val 19386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B9FF635-5310-BD7E-B9FA-5A6563B49D5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910C461-99F1-481B-9422-DD98CB074A0B}" type="datetime1">
              <a:rPr lang="en-US" smtClean="0"/>
              <a:t>10/1/2026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8171339D-61F1-1A95-F487-AB468847B9D0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ABD86623-0F73-4C57-6A9C-E454F59A8B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382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Content /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6">
            <a:extLst>
              <a:ext uri="{FF2B5EF4-FFF2-40B4-BE49-F238E27FC236}">
                <a16:creationId xmlns:a16="http://schemas.microsoft.com/office/drawing/2014/main" id="{6AE2AFD9-3107-4A7F-F64E-FD74FA7FD77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62F6-C1C6-6EBC-E359-B783207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71176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F8BE5-17E9-0CC0-A140-376575DCC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810000"/>
            <a:ext cx="2286000" cy="190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68F81-20B8-3C8B-7B24-46F661CEF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56000" y="3810000"/>
            <a:ext cx="2286000" cy="190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3F4ADD5-56F4-6513-546C-7AE987E6DB6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556000" y="1330959"/>
            <a:ext cx="2286000" cy="2098039"/>
          </a:xfrm>
          <a:prstGeom prst="roundRect">
            <a:avLst>
              <a:gd name="adj" fmla="val 19386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26727ED-D3FE-E645-4782-D963B9FA87A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0000" y="3810000"/>
            <a:ext cx="2286000" cy="190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0A95501C-74CC-DC7A-AB45-FC984CD74FD4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762000" y="1330959"/>
            <a:ext cx="2286000" cy="2098039"/>
          </a:xfrm>
          <a:prstGeom prst="roundRect">
            <a:avLst>
              <a:gd name="adj" fmla="val 19386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67B2232-9159-0027-FA2D-C73B232688B3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350000" y="1330959"/>
            <a:ext cx="2286000" cy="2098039"/>
          </a:xfrm>
          <a:prstGeom prst="roundRect">
            <a:avLst>
              <a:gd name="adj" fmla="val 19386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31EEE642-5698-ED74-513B-909E9D80E1B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144000" y="3810000"/>
            <a:ext cx="2286000" cy="190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62C864EC-25B8-EDC1-CC91-B1044534141D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9144000" y="1330959"/>
            <a:ext cx="2286000" cy="2098039"/>
          </a:xfrm>
          <a:prstGeom prst="roundRect">
            <a:avLst>
              <a:gd name="adj" fmla="val 19386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B9FF635-5310-BD7E-B9FA-5A6563B49D5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8DCF39F6-09FE-4332-8CFE-EBB27411D345}" type="datetime1">
              <a:rPr lang="en-US" smtClean="0"/>
              <a:t>10/1/2026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8171339D-61F1-1A95-F487-AB468847B9D0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ABD86623-0F73-4C57-6A9C-E454F59A8B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4205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Content with titles /Pictur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6">
            <a:extLst>
              <a:ext uri="{FF2B5EF4-FFF2-40B4-BE49-F238E27FC236}">
                <a16:creationId xmlns:a16="http://schemas.microsoft.com/office/drawing/2014/main" id="{804B4EB6-E814-6915-B5D4-EE9391CEBE6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062F6-C1C6-6EBC-E359-B78320762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71176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BAD84-9215-966D-B55D-4838C2107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348303"/>
            <a:ext cx="2667000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F8BE5-17E9-0CC0-A140-376575DCC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2096135"/>
            <a:ext cx="2667000" cy="1332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65B16D2-9C44-05BF-95D5-EE083510FD83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633216" y="1348303"/>
            <a:ext cx="2286000" cy="2080697"/>
          </a:xfrm>
          <a:prstGeom prst="roundRect">
            <a:avLst>
              <a:gd name="adj" fmla="val 14328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16194A8-5002-9B82-4DA3-A64A97C5B160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762000" y="3634303"/>
            <a:ext cx="2667000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484B3E38-58D6-7305-E192-6492FA79097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762000" y="4382135"/>
            <a:ext cx="2667000" cy="1332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DD06EF4-3992-1219-F1F2-3CF476DD5B79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3633216" y="3634303"/>
            <a:ext cx="2286000" cy="2080697"/>
          </a:xfrm>
          <a:prstGeom prst="roundRect">
            <a:avLst>
              <a:gd name="adj" fmla="val 14328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0120E37D-81DC-1E4D-87DA-5ED79762983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272784" y="1348303"/>
            <a:ext cx="2667000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7951BF2D-6C55-D7E8-7B20-E7706F91C5D3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6272784" y="2096135"/>
            <a:ext cx="2667000" cy="1332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5169CEBE-3247-088A-CC42-6055B1F2164A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9144000" y="1348303"/>
            <a:ext cx="2286000" cy="2080697"/>
          </a:xfrm>
          <a:prstGeom prst="roundRect">
            <a:avLst>
              <a:gd name="adj" fmla="val 14328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965530A-7324-E7A9-0DAA-61C3D56D65E9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272784" y="3634303"/>
            <a:ext cx="2667000" cy="5566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63CD5F44-03E2-4FD6-85FC-D2F78B5AE916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6272784" y="4382135"/>
            <a:ext cx="2667000" cy="1332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C6BD8E04-B352-64BA-5F57-039A028F7D25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9144000" y="3634303"/>
            <a:ext cx="2286000" cy="2080697"/>
          </a:xfrm>
          <a:prstGeom prst="roundRect">
            <a:avLst>
              <a:gd name="adj" fmla="val 14328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B05AE0-6124-F118-EE1F-4C45FAC8302F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A1E2C68A-B105-4141-B9D0-5ED10598555B}" type="datetime1">
              <a:rPr lang="en-US" smtClean="0"/>
              <a:t>10/1/2026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B297E11-C91C-B0E5-67BB-EB186FFB3270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8907187-BB12-E9F0-6AB7-038083CEF37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8598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36">
            <a:extLst>
              <a:ext uri="{FF2B5EF4-FFF2-40B4-BE49-F238E27FC236}">
                <a16:creationId xmlns:a16="http://schemas.microsoft.com/office/drawing/2014/main" id="{CA2B9976-8B27-2893-E594-67BEFC2DE20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 36">
            <a:extLst>
              <a:ext uri="{FF2B5EF4-FFF2-40B4-BE49-F238E27FC236}">
                <a16:creationId xmlns:a16="http://schemas.microsoft.com/office/drawing/2014/main" id="{340406E6-415F-E9F1-98D4-B1369D21C15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62000" y="2285998"/>
            <a:ext cx="3810000" cy="3429002"/>
          </a:xfrm>
          <a:prstGeom prst="roundRect">
            <a:avLst>
              <a:gd name="adj" fmla="val 1340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accent3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1AFB9-0721-0CCD-7072-78F95AF6D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0" y="381000"/>
            <a:ext cx="64770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BB0F46-8B93-6CD4-11ED-0A9A17DEB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2666998"/>
            <a:ext cx="3048000" cy="2667002"/>
          </a:xfrm>
        </p:spPr>
        <p:txBody>
          <a:bodyPr lIns="91440" tIns="91440" rIns="91440" bIns="9144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4EB36D-50AA-0072-B5F4-1E38A513B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3810000" cy="15240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841E3EA-0F76-0487-568F-88C25D3F47FD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E635199-C989-468E-9025-0D9D70D14CD2}" type="datetime1">
              <a:rPr lang="en-US" smtClean="0"/>
              <a:t>10/1/2026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31A6FBA-7615-E652-0181-7CF8B494031B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7BB1741-1191-DAB9-28A2-D683D771011A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9564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ustom 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6">
            <a:extLst>
              <a:ext uri="{FF2B5EF4-FFF2-40B4-BE49-F238E27FC236}">
                <a16:creationId xmlns:a16="http://schemas.microsoft.com/office/drawing/2014/main" id="{4360BD5F-3E00-92F6-0C12-95AD0CB971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ext Placeholder 36">
            <a:extLst>
              <a:ext uri="{FF2B5EF4-FFF2-40B4-BE49-F238E27FC236}">
                <a16:creationId xmlns:a16="http://schemas.microsoft.com/office/drawing/2014/main" id="{293E38AE-1ACC-A4C0-A814-578F813ED80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1" y="1524000"/>
            <a:ext cx="3048000" cy="4191000"/>
          </a:xfrm>
          <a:prstGeom prst="roundRect">
            <a:avLst>
              <a:gd name="adj" fmla="val 13408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6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36">
            <a:extLst>
              <a:ext uri="{FF2B5EF4-FFF2-40B4-BE49-F238E27FC236}">
                <a16:creationId xmlns:a16="http://schemas.microsoft.com/office/drawing/2014/main" id="{8F9FA72F-C849-D085-33C4-1AB84DE1509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190999" y="1524000"/>
            <a:ext cx="7239001" cy="4191000"/>
          </a:xfrm>
          <a:prstGeom prst="roundRect">
            <a:avLst>
              <a:gd name="adj" fmla="val 13408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6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CB003-0E37-9F77-0B92-AFE72ABC3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1"/>
            <a:ext cx="10668000" cy="761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02386A5-A001-A3C3-B1DC-CC42DC430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1905000"/>
            <a:ext cx="3048000" cy="3429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C5E6BF0-CD7B-BAB2-32A0-AF3DDEBD342A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71DDCC79-77B2-4EA1-BD09-92103D249A07}" type="datetime1">
              <a:rPr lang="en-US" smtClean="0"/>
              <a:t>10/1/2026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087409-3C2A-BD35-915B-30DC426A456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BFCDB8-0BB1-B61F-C283-C8B2908F9F2D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2355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ustom 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6">
            <a:extLst>
              <a:ext uri="{FF2B5EF4-FFF2-40B4-BE49-F238E27FC236}">
                <a16:creationId xmlns:a16="http://schemas.microsoft.com/office/drawing/2014/main" id="{C1FAC719-E0A6-2291-E5B0-4D8B12B9D89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36">
            <a:extLst>
              <a:ext uri="{FF2B5EF4-FFF2-40B4-BE49-F238E27FC236}">
                <a16:creationId xmlns:a16="http://schemas.microsoft.com/office/drawing/2014/main" id="{9328781E-ADDA-EE37-AA69-C2F7A16704E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477000" y="1524000"/>
            <a:ext cx="4950588" cy="4191000"/>
          </a:xfrm>
          <a:prstGeom prst="roundRect">
            <a:avLst>
              <a:gd name="adj" fmla="val 13408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CB003-0E37-9F77-0B92-AFE72ABC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02386A5-A001-A3C3-B1DC-CC42DC430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2095500"/>
            <a:ext cx="4950587" cy="3048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202B07-A758-651D-199A-A09CCCB15B28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D8ABB4FB-EF5A-43FB-9ECC-AF49B3A74E90}" type="datetime1">
              <a:rPr lang="en-US" smtClean="0"/>
              <a:t>10/1/2026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D299884-6452-57AC-0938-3F91D4DC074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734E207-8AC1-47BD-ABB6-A37E5F0081F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8450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ustom layou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6">
            <a:extLst>
              <a:ext uri="{FF2B5EF4-FFF2-40B4-BE49-F238E27FC236}">
                <a16:creationId xmlns:a16="http://schemas.microsoft.com/office/drawing/2014/main" id="{0D9CE5C4-E766-5582-2AEC-E248E3848E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36">
            <a:extLst>
              <a:ext uri="{FF2B5EF4-FFF2-40B4-BE49-F238E27FC236}">
                <a16:creationId xmlns:a16="http://schemas.microsoft.com/office/drawing/2014/main" id="{5C71DD13-31E5-652E-49C0-34FFCC92CD1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61999" y="1524000"/>
            <a:ext cx="5334001" cy="4191000"/>
          </a:xfrm>
          <a:prstGeom prst="roundRect">
            <a:avLst>
              <a:gd name="adj" fmla="val 13408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CB003-0E37-9F77-0B92-AFE72ABC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02386A5-A001-A3C3-B1DC-CC42DC430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1524000"/>
            <a:ext cx="4950588" cy="4191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DB02DAA-F26D-7AF9-0802-22251060C697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B65B50C5-278A-4401-A545-8210EEBF4F24}" type="datetime1">
              <a:rPr lang="en-US" smtClean="0"/>
              <a:t>10/1/2026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0F3B2F9-7C3A-44E9-07B8-C901C37886DD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FB146C5-2F28-4F30-0527-8F3C4A02D57D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6130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ustom layou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6">
            <a:extLst>
              <a:ext uri="{FF2B5EF4-FFF2-40B4-BE49-F238E27FC236}">
                <a16:creationId xmlns:a16="http://schemas.microsoft.com/office/drawing/2014/main" id="{9E747D55-5B9A-667B-47FB-F3B90B036AC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36">
            <a:extLst>
              <a:ext uri="{FF2B5EF4-FFF2-40B4-BE49-F238E27FC236}">
                <a16:creationId xmlns:a16="http://schemas.microsoft.com/office/drawing/2014/main" id="{F0431ED2-42E2-F419-1E3D-353718BEFA4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61999" y="1524000"/>
            <a:ext cx="7239001" cy="4191000"/>
          </a:xfrm>
          <a:prstGeom prst="roundRect">
            <a:avLst>
              <a:gd name="adj" fmla="val 13408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CB003-0E37-9F77-0B92-AFE72ABC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02386A5-A001-A3C3-B1DC-CC42DC430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0" y="1524000"/>
            <a:ext cx="3045588" cy="4191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A2E8AAB-1D7B-23C9-5FE2-B34D009B3B38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5004AEE9-955B-4B65-9A37-45F32F882987}" type="datetime1">
              <a:rPr lang="en-US" smtClean="0"/>
              <a:t>10/1/2026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444A68E-1A3C-906E-9284-CB62B5F35EE9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1004E2-97EB-B937-0E36-226D763D6D9D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484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ustom layout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6">
            <a:extLst>
              <a:ext uri="{FF2B5EF4-FFF2-40B4-BE49-F238E27FC236}">
                <a16:creationId xmlns:a16="http://schemas.microsoft.com/office/drawing/2014/main" id="{72915985-81B2-3AAC-99A0-6E540693150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Text Placeholder 36">
            <a:extLst>
              <a:ext uri="{FF2B5EF4-FFF2-40B4-BE49-F238E27FC236}">
                <a16:creationId xmlns:a16="http://schemas.microsoft.com/office/drawing/2014/main" id="{74C16461-5755-6594-7802-DFEAB5A90FA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381998" y="1524000"/>
            <a:ext cx="3048003" cy="4191000"/>
          </a:xfrm>
          <a:prstGeom prst="roundRect">
            <a:avLst>
              <a:gd name="adj" fmla="val 13408"/>
            </a:avLst>
          </a:prstGeom>
          <a:noFill/>
          <a:ln w="12700"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accent5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36">
            <a:extLst>
              <a:ext uri="{FF2B5EF4-FFF2-40B4-BE49-F238E27FC236}">
                <a16:creationId xmlns:a16="http://schemas.microsoft.com/office/drawing/2014/main" id="{39DE19BF-5F00-33FF-6F89-9625FEA1BBF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61999" y="1524000"/>
            <a:ext cx="7239001" cy="4191000"/>
          </a:xfrm>
          <a:prstGeom prst="roundRect">
            <a:avLst>
              <a:gd name="adj" fmla="val 13408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CB003-0E37-9F77-0B92-AFE72ABC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02386A5-A001-A3C3-B1DC-CC42DC430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0" y="1905000"/>
            <a:ext cx="3045588" cy="34290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73099FB-A44E-3F06-0835-5B7118FF18C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CDBF82F-1F0A-4C00-BA59-262CA94152D0}" type="datetime1">
              <a:rPr lang="en-US" smtClean="0"/>
              <a:t>10/1/2026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AD2E692-19E5-D214-9BEA-493742AE983C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DFFA04-F6ED-49E5-E76A-194A0E1B40EC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38802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ustom layout /Pictur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6">
            <a:extLst>
              <a:ext uri="{FF2B5EF4-FFF2-40B4-BE49-F238E27FC236}">
                <a16:creationId xmlns:a16="http://schemas.microsoft.com/office/drawing/2014/main" id="{8F0510A5-D73D-C035-9959-7940285A635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ext Placeholder 36">
            <a:extLst>
              <a:ext uri="{FF2B5EF4-FFF2-40B4-BE49-F238E27FC236}">
                <a16:creationId xmlns:a16="http://schemas.microsoft.com/office/drawing/2014/main" id="{9997C959-15F3-C978-96B8-2DE3936832F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382000" y="1524000"/>
            <a:ext cx="3045588" cy="4191000"/>
          </a:xfrm>
          <a:prstGeom prst="roundRect">
            <a:avLst>
              <a:gd name="adj" fmla="val 13408"/>
            </a:avLst>
          </a:prstGeom>
          <a:solidFill>
            <a:srgbClr val="6FC7EA"/>
          </a:solidFill>
        </p:spPr>
        <p:txBody>
          <a:bodyPr/>
          <a:lstStyle>
            <a:lvl1pPr>
              <a:defRPr>
                <a:solidFill>
                  <a:srgbClr val="344C98">
                    <a:alpha val="0"/>
                  </a:srgb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3" name="Text Placeholder 36">
            <a:extLst>
              <a:ext uri="{FF2B5EF4-FFF2-40B4-BE49-F238E27FC236}">
                <a16:creationId xmlns:a16="http://schemas.microsoft.com/office/drawing/2014/main" id="{A17940BE-7E53-BDC9-B37A-AFA2E8F16D9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61999" y="1524000"/>
            <a:ext cx="7239001" cy="4191000"/>
          </a:xfrm>
          <a:prstGeom prst="roundRect">
            <a:avLst>
              <a:gd name="adj" fmla="val 13408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rgbClr val="344C98">
                    <a:alpha val="0"/>
                  </a:srgb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CB003-0E37-9F77-0B92-AFE72ABC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B2D228E-1EF2-FCF8-38CC-91694ECB72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763001" y="1905000"/>
            <a:ext cx="2286000" cy="4953000"/>
          </a:xfrm>
          <a:noFill/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Put a person picture without a background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6F40CF0-6E92-F75F-5FC9-A00D82D91492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36ECCB68-360C-4E1B-A05B-040D8FDC42C7}" type="datetime1">
              <a:rPr lang="en-US" smtClean="0"/>
              <a:t>10/1/2026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0020118-314A-7C38-8288-09030FB8A7BB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B3405B-A1FB-13F1-8576-7168AC19664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0188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ustom layout /Pictur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6">
            <a:extLst>
              <a:ext uri="{FF2B5EF4-FFF2-40B4-BE49-F238E27FC236}">
                <a16:creationId xmlns:a16="http://schemas.microsoft.com/office/drawing/2014/main" id="{EB240DD4-04F7-9472-EEDA-38399163C73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9500" y="576072"/>
            <a:ext cx="952500" cy="2794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ext Placeholder 36">
            <a:extLst>
              <a:ext uri="{FF2B5EF4-FFF2-40B4-BE49-F238E27FC236}">
                <a16:creationId xmlns:a16="http://schemas.microsoft.com/office/drawing/2014/main" id="{7AE9F360-0CCA-A40C-D350-BF6584D1105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477000" y="3048000"/>
            <a:ext cx="4953000" cy="2667000"/>
          </a:xfrm>
          <a:prstGeom prst="roundRect">
            <a:avLst>
              <a:gd name="adj" fmla="val 12698"/>
            </a:avLst>
          </a:prstGeom>
          <a:solidFill>
            <a:srgbClr val="E27FAF"/>
          </a:solidFill>
        </p:spPr>
        <p:txBody>
          <a:bodyPr/>
          <a:lstStyle>
            <a:lvl1pPr>
              <a:defRPr>
                <a:solidFill>
                  <a:srgbClr val="E27FAF">
                    <a:alpha val="0"/>
                  </a:srgb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3" name="Text Placeholder 36">
            <a:extLst>
              <a:ext uri="{FF2B5EF4-FFF2-40B4-BE49-F238E27FC236}">
                <a16:creationId xmlns:a16="http://schemas.microsoft.com/office/drawing/2014/main" id="{EE6F2015-6722-B24A-B2ED-7A58519BB86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61999" y="1524000"/>
            <a:ext cx="5334001" cy="4191000"/>
          </a:xfrm>
          <a:prstGeom prst="roundRect">
            <a:avLst>
              <a:gd name="adj" fmla="val 13408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rgbClr val="E27FAF">
                    <a:alpha val="0"/>
                  </a:srgb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CB003-0E37-9F77-0B92-AFE72ABC3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1"/>
            <a:ext cx="10668000" cy="761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B2D228E-1EF2-FCF8-38CC-91694ECB72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19395" y="1524000"/>
            <a:ext cx="3668210" cy="419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Put a person picture without a background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A111E79-70FD-8C83-FFC4-F4DD33F184D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AA6B3BF8-1E82-4BCB-88B5-BA655DBEA315}" type="datetime1">
              <a:rPr lang="en-US" smtClean="0"/>
              <a:t>10/1/2026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49844BA-F221-3820-C22F-2DB47697F421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524FD1B-CB4C-90D0-C81B-FAEF439FF3F3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67423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36">
            <a:extLst>
              <a:ext uri="{FF2B5EF4-FFF2-40B4-BE49-F238E27FC236}">
                <a16:creationId xmlns:a16="http://schemas.microsoft.com/office/drawing/2014/main" id="{484DF48B-1AE3-8C44-5CC3-69DFEA8336F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4413" y="1143000"/>
            <a:ext cx="10665588" cy="4572000"/>
          </a:xfrm>
          <a:prstGeom prst="roundRect">
            <a:avLst>
              <a:gd name="adj" fmla="val 14360"/>
            </a:avLst>
          </a:prstGeom>
          <a:solidFill>
            <a:schemeClr val="tx1"/>
          </a:solidFill>
        </p:spPr>
        <p:txBody>
          <a:bodyPr/>
          <a:lstStyle>
            <a:lvl1pPr>
              <a:defRPr>
                <a:solidFill>
                  <a:srgbClr val="E27FAF">
                    <a:alpha val="0"/>
                  </a:srgb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Text Placeholder 36">
            <a:extLst>
              <a:ext uri="{FF2B5EF4-FFF2-40B4-BE49-F238E27FC236}">
                <a16:creationId xmlns:a16="http://schemas.microsoft.com/office/drawing/2014/main" id="{2C0B153D-C788-A9B8-1117-E4870A92380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657600" y="3550920"/>
            <a:ext cx="1295400" cy="381000"/>
          </a:xfrm>
          <a:solidFill>
            <a:srgbClr val="6FC7EA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AEDF261-853D-FE46-1B1A-C08031C626A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 rot="10800000">
            <a:off x="1124250" y="1523999"/>
            <a:ext cx="909561" cy="798000"/>
          </a:xfrm>
          <a:custGeom>
            <a:avLst/>
            <a:gdLst>
              <a:gd name="connsiteX0" fmla="*/ 135658 w 543109"/>
              <a:gd name="connsiteY0" fmla="*/ 759 h 476494"/>
              <a:gd name="connsiteX1" fmla="*/ 169851 w 543109"/>
              <a:gd name="connsiteY1" fmla="*/ 8496 h 476494"/>
              <a:gd name="connsiteX2" fmla="*/ 255699 w 543109"/>
              <a:gd name="connsiteY2" fmla="*/ 154341 h 476494"/>
              <a:gd name="connsiteX3" fmla="*/ 242776 w 543109"/>
              <a:gd name="connsiteY3" fmla="*/ 238343 h 476494"/>
              <a:gd name="connsiteX4" fmla="*/ 46620 w 543109"/>
              <a:gd name="connsiteY4" fmla="*/ 476494 h 476494"/>
              <a:gd name="connsiteX5" fmla="*/ 466 w 543109"/>
              <a:gd name="connsiteY5" fmla="*/ 413725 h 476494"/>
              <a:gd name="connsiteX6" fmla="*/ 132928 w 543109"/>
              <a:gd name="connsiteY6" fmla="*/ 238343 h 476494"/>
              <a:gd name="connsiteX7" fmla="*/ 137081 w 543109"/>
              <a:gd name="connsiteY7" fmla="*/ 213883 h 476494"/>
              <a:gd name="connsiteX8" fmla="*/ 102469 w 543109"/>
              <a:gd name="connsiteY8" fmla="*/ 213883 h 476494"/>
              <a:gd name="connsiteX9" fmla="*/ 6 w 543109"/>
              <a:gd name="connsiteY9" fmla="*/ 134499 h 476494"/>
              <a:gd name="connsiteX10" fmla="*/ 6 w 543109"/>
              <a:gd name="connsiteY10" fmla="*/ 119725 h 476494"/>
              <a:gd name="connsiteX11" fmla="*/ 12008 w 543109"/>
              <a:gd name="connsiteY11" fmla="*/ 65266 h 476494"/>
              <a:gd name="connsiteX12" fmla="*/ 100623 w 543109"/>
              <a:gd name="connsiteY12" fmla="*/ 2037 h 476494"/>
              <a:gd name="connsiteX13" fmla="*/ 135658 w 543109"/>
              <a:gd name="connsiteY13" fmla="*/ 759 h 476494"/>
              <a:gd name="connsiteX14" fmla="*/ 408924 w 543109"/>
              <a:gd name="connsiteY14" fmla="*/ 191 h 476494"/>
              <a:gd name="connsiteX15" fmla="*/ 542767 w 543109"/>
              <a:gd name="connsiteY15" fmla="*/ 151574 h 476494"/>
              <a:gd name="connsiteX16" fmla="*/ 333693 w 543109"/>
              <a:gd name="connsiteY16" fmla="*/ 474648 h 476494"/>
              <a:gd name="connsiteX17" fmla="*/ 287540 w 543109"/>
              <a:gd name="connsiteY17" fmla="*/ 411879 h 476494"/>
              <a:gd name="connsiteX18" fmla="*/ 426000 w 543109"/>
              <a:gd name="connsiteY18" fmla="*/ 212036 h 476494"/>
              <a:gd name="connsiteX19" fmla="*/ 391384 w 543109"/>
              <a:gd name="connsiteY19" fmla="*/ 212036 h 476494"/>
              <a:gd name="connsiteX20" fmla="*/ 287540 w 543109"/>
              <a:gd name="connsiteY20" fmla="*/ 119729 h 476494"/>
              <a:gd name="connsiteX21" fmla="*/ 287627 w 543109"/>
              <a:gd name="connsiteY21" fmla="*/ 108362 h 476494"/>
              <a:gd name="connsiteX22" fmla="*/ 408924 w 543109"/>
              <a:gd name="connsiteY22" fmla="*/ 191 h 476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43109" h="476494">
                <a:moveTo>
                  <a:pt x="135658" y="759"/>
                </a:moveTo>
                <a:cubicBezTo>
                  <a:pt x="147295" y="1845"/>
                  <a:pt x="158791" y="4434"/>
                  <a:pt x="169851" y="8496"/>
                </a:cubicBezTo>
                <a:cubicBezTo>
                  <a:pt x="227440" y="32927"/>
                  <a:pt x="262289" y="92135"/>
                  <a:pt x="255699" y="154341"/>
                </a:cubicBezTo>
                <a:cubicBezTo>
                  <a:pt x="255423" y="182818"/>
                  <a:pt x="251072" y="211106"/>
                  <a:pt x="242776" y="238343"/>
                </a:cubicBezTo>
                <a:cubicBezTo>
                  <a:pt x="210389" y="339967"/>
                  <a:pt x="140158" y="425238"/>
                  <a:pt x="46620" y="476494"/>
                </a:cubicBezTo>
                <a:lnTo>
                  <a:pt x="466" y="413725"/>
                </a:lnTo>
                <a:cubicBezTo>
                  <a:pt x="63923" y="372718"/>
                  <a:pt x="110842" y="310599"/>
                  <a:pt x="132928" y="238343"/>
                </a:cubicBezTo>
                <a:cubicBezTo>
                  <a:pt x="134760" y="230270"/>
                  <a:pt x="136145" y="222105"/>
                  <a:pt x="137081" y="213883"/>
                </a:cubicBezTo>
                <a:lnTo>
                  <a:pt x="102469" y="213883"/>
                </a:lnTo>
                <a:cubicBezTo>
                  <a:pt x="39700" y="213883"/>
                  <a:pt x="5544" y="184805"/>
                  <a:pt x="6" y="134499"/>
                </a:cubicBezTo>
                <a:cubicBezTo>
                  <a:pt x="6" y="129421"/>
                  <a:pt x="6" y="124808"/>
                  <a:pt x="6" y="119725"/>
                </a:cubicBezTo>
                <a:cubicBezTo>
                  <a:pt x="-174" y="100900"/>
                  <a:pt x="3930" y="82274"/>
                  <a:pt x="12008" y="65266"/>
                </a:cubicBezTo>
                <a:cubicBezTo>
                  <a:pt x="28362" y="30069"/>
                  <a:pt x="62019" y="6054"/>
                  <a:pt x="100623" y="2037"/>
                </a:cubicBezTo>
                <a:cubicBezTo>
                  <a:pt x="112245" y="90"/>
                  <a:pt x="124022" y="-327"/>
                  <a:pt x="135658" y="759"/>
                </a:cubicBezTo>
                <a:close/>
                <a:moveTo>
                  <a:pt x="408924" y="191"/>
                </a:moveTo>
                <a:cubicBezTo>
                  <a:pt x="505384" y="191"/>
                  <a:pt x="547385" y="70804"/>
                  <a:pt x="542767" y="151574"/>
                </a:cubicBezTo>
                <a:cubicBezTo>
                  <a:pt x="534132" y="288338"/>
                  <a:pt x="454918" y="410745"/>
                  <a:pt x="333693" y="474648"/>
                </a:cubicBezTo>
                <a:lnTo>
                  <a:pt x="287540" y="411879"/>
                </a:lnTo>
                <a:cubicBezTo>
                  <a:pt x="377080" y="345879"/>
                  <a:pt x="418155" y="279418"/>
                  <a:pt x="426000" y="212036"/>
                </a:cubicBezTo>
                <a:lnTo>
                  <a:pt x="391384" y="212036"/>
                </a:lnTo>
                <a:cubicBezTo>
                  <a:pt x="322156" y="212036"/>
                  <a:pt x="287540" y="179266"/>
                  <a:pt x="287540" y="119729"/>
                </a:cubicBezTo>
                <a:cubicBezTo>
                  <a:pt x="287385" y="115940"/>
                  <a:pt x="287409" y="112146"/>
                  <a:pt x="287627" y="108362"/>
                </a:cubicBezTo>
                <a:cubicBezTo>
                  <a:pt x="291251" y="44997"/>
                  <a:pt x="345560" y="-3434"/>
                  <a:pt x="408924" y="191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875121-EE82-7785-892F-3BFC4D4BA2EA}"/>
              </a:ext>
            </a:extLst>
          </p:cNvPr>
          <p:cNvSpPr/>
          <p:nvPr userDrawn="1"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F18654D-ADFE-F4AC-472C-D2B9DBABDB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6096001"/>
            <a:ext cx="1172132" cy="380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6B97338-CEA9-6164-DAAA-70D80C9034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3000" y="2666999"/>
            <a:ext cx="4953000" cy="1905001"/>
          </a:xfrm>
        </p:spPr>
        <p:txBody>
          <a:bodyPr>
            <a:noAutofit/>
          </a:bodyPr>
          <a:lstStyle>
            <a:lvl1pPr marL="0" indent="0">
              <a:buNone/>
              <a:defRPr sz="44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 QUOTE CAN BE PLACED HERE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FD9280F-3170-B438-2976-92D58DD0FC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6096000"/>
            <a:ext cx="1172132" cy="380999"/>
          </a:xfrm>
          <a:prstGeom prst="rect">
            <a:avLst/>
          </a:prstGeo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9763AB5A-ABAB-2FE2-F6D5-3E5638DFA31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78A45A5-307D-43CF-89BD-310AB967B1E2}" type="datetime1">
              <a:rPr lang="en-US" smtClean="0"/>
              <a:t>10/1/2026</a:t>
            </a:fld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F89C745F-928C-B94D-9DB9-DFB04B6FFF6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25FAC94-1D3A-C9E9-0463-CA7D6F0D674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22">
            <a:extLst>
              <a:ext uri="{FF2B5EF4-FFF2-40B4-BE49-F238E27FC236}">
                <a16:creationId xmlns:a16="http://schemas.microsoft.com/office/drawing/2014/main" id="{A251E4D9-9051-30FB-B4D0-5067A0DE7D4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0287000" y="4812806"/>
            <a:ext cx="756182" cy="663433"/>
          </a:xfrm>
          <a:custGeom>
            <a:avLst/>
            <a:gdLst>
              <a:gd name="connsiteX0" fmla="*/ 135658 w 543109"/>
              <a:gd name="connsiteY0" fmla="*/ 759 h 476494"/>
              <a:gd name="connsiteX1" fmla="*/ 169851 w 543109"/>
              <a:gd name="connsiteY1" fmla="*/ 8496 h 476494"/>
              <a:gd name="connsiteX2" fmla="*/ 255699 w 543109"/>
              <a:gd name="connsiteY2" fmla="*/ 154341 h 476494"/>
              <a:gd name="connsiteX3" fmla="*/ 242776 w 543109"/>
              <a:gd name="connsiteY3" fmla="*/ 238343 h 476494"/>
              <a:gd name="connsiteX4" fmla="*/ 46620 w 543109"/>
              <a:gd name="connsiteY4" fmla="*/ 476494 h 476494"/>
              <a:gd name="connsiteX5" fmla="*/ 466 w 543109"/>
              <a:gd name="connsiteY5" fmla="*/ 413725 h 476494"/>
              <a:gd name="connsiteX6" fmla="*/ 132928 w 543109"/>
              <a:gd name="connsiteY6" fmla="*/ 238343 h 476494"/>
              <a:gd name="connsiteX7" fmla="*/ 137081 w 543109"/>
              <a:gd name="connsiteY7" fmla="*/ 213883 h 476494"/>
              <a:gd name="connsiteX8" fmla="*/ 102469 w 543109"/>
              <a:gd name="connsiteY8" fmla="*/ 213883 h 476494"/>
              <a:gd name="connsiteX9" fmla="*/ 6 w 543109"/>
              <a:gd name="connsiteY9" fmla="*/ 134499 h 476494"/>
              <a:gd name="connsiteX10" fmla="*/ 6 w 543109"/>
              <a:gd name="connsiteY10" fmla="*/ 119725 h 476494"/>
              <a:gd name="connsiteX11" fmla="*/ 12008 w 543109"/>
              <a:gd name="connsiteY11" fmla="*/ 65266 h 476494"/>
              <a:gd name="connsiteX12" fmla="*/ 100623 w 543109"/>
              <a:gd name="connsiteY12" fmla="*/ 2037 h 476494"/>
              <a:gd name="connsiteX13" fmla="*/ 135658 w 543109"/>
              <a:gd name="connsiteY13" fmla="*/ 759 h 476494"/>
              <a:gd name="connsiteX14" fmla="*/ 408924 w 543109"/>
              <a:gd name="connsiteY14" fmla="*/ 191 h 476494"/>
              <a:gd name="connsiteX15" fmla="*/ 542767 w 543109"/>
              <a:gd name="connsiteY15" fmla="*/ 151574 h 476494"/>
              <a:gd name="connsiteX16" fmla="*/ 333693 w 543109"/>
              <a:gd name="connsiteY16" fmla="*/ 474648 h 476494"/>
              <a:gd name="connsiteX17" fmla="*/ 287540 w 543109"/>
              <a:gd name="connsiteY17" fmla="*/ 411879 h 476494"/>
              <a:gd name="connsiteX18" fmla="*/ 426000 w 543109"/>
              <a:gd name="connsiteY18" fmla="*/ 212036 h 476494"/>
              <a:gd name="connsiteX19" fmla="*/ 391384 w 543109"/>
              <a:gd name="connsiteY19" fmla="*/ 212036 h 476494"/>
              <a:gd name="connsiteX20" fmla="*/ 287540 w 543109"/>
              <a:gd name="connsiteY20" fmla="*/ 119729 h 476494"/>
              <a:gd name="connsiteX21" fmla="*/ 287627 w 543109"/>
              <a:gd name="connsiteY21" fmla="*/ 108362 h 476494"/>
              <a:gd name="connsiteX22" fmla="*/ 408924 w 543109"/>
              <a:gd name="connsiteY22" fmla="*/ 191 h 476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43109" h="476494">
                <a:moveTo>
                  <a:pt x="135658" y="759"/>
                </a:moveTo>
                <a:cubicBezTo>
                  <a:pt x="147295" y="1845"/>
                  <a:pt x="158791" y="4434"/>
                  <a:pt x="169851" y="8496"/>
                </a:cubicBezTo>
                <a:cubicBezTo>
                  <a:pt x="227440" y="32927"/>
                  <a:pt x="262289" y="92135"/>
                  <a:pt x="255699" y="154341"/>
                </a:cubicBezTo>
                <a:cubicBezTo>
                  <a:pt x="255423" y="182818"/>
                  <a:pt x="251072" y="211106"/>
                  <a:pt x="242776" y="238343"/>
                </a:cubicBezTo>
                <a:cubicBezTo>
                  <a:pt x="210389" y="339967"/>
                  <a:pt x="140158" y="425238"/>
                  <a:pt x="46620" y="476494"/>
                </a:cubicBezTo>
                <a:lnTo>
                  <a:pt x="466" y="413725"/>
                </a:lnTo>
                <a:cubicBezTo>
                  <a:pt x="63923" y="372718"/>
                  <a:pt x="110842" y="310599"/>
                  <a:pt x="132928" y="238343"/>
                </a:cubicBezTo>
                <a:cubicBezTo>
                  <a:pt x="134760" y="230270"/>
                  <a:pt x="136145" y="222105"/>
                  <a:pt x="137081" y="213883"/>
                </a:cubicBezTo>
                <a:lnTo>
                  <a:pt x="102469" y="213883"/>
                </a:lnTo>
                <a:cubicBezTo>
                  <a:pt x="39700" y="213883"/>
                  <a:pt x="5544" y="184805"/>
                  <a:pt x="6" y="134499"/>
                </a:cubicBezTo>
                <a:cubicBezTo>
                  <a:pt x="6" y="129421"/>
                  <a:pt x="6" y="124808"/>
                  <a:pt x="6" y="119725"/>
                </a:cubicBezTo>
                <a:cubicBezTo>
                  <a:pt x="-174" y="100900"/>
                  <a:pt x="3930" y="82274"/>
                  <a:pt x="12008" y="65266"/>
                </a:cubicBezTo>
                <a:cubicBezTo>
                  <a:pt x="28362" y="30069"/>
                  <a:pt x="62019" y="6054"/>
                  <a:pt x="100623" y="2037"/>
                </a:cubicBezTo>
                <a:cubicBezTo>
                  <a:pt x="112245" y="90"/>
                  <a:pt x="124022" y="-327"/>
                  <a:pt x="135658" y="759"/>
                </a:cubicBezTo>
                <a:close/>
                <a:moveTo>
                  <a:pt x="408924" y="191"/>
                </a:moveTo>
                <a:cubicBezTo>
                  <a:pt x="505384" y="191"/>
                  <a:pt x="547385" y="70804"/>
                  <a:pt x="542767" y="151574"/>
                </a:cubicBezTo>
                <a:cubicBezTo>
                  <a:pt x="534132" y="288338"/>
                  <a:pt x="454918" y="410745"/>
                  <a:pt x="333693" y="474648"/>
                </a:cubicBezTo>
                <a:lnTo>
                  <a:pt x="287540" y="411879"/>
                </a:lnTo>
                <a:cubicBezTo>
                  <a:pt x="377080" y="345879"/>
                  <a:pt x="418155" y="279418"/>
                  <a:pt x="426000" y="212036"/>
                </a:cubicBezTo>
                <a:lnTo>
                  <a:pt x="391384" y="212036"/>
                </a:lnTo>
                <a:cubicBezTo>
                  <a:pt x="322156" y="212036"/>
                  <a:pt x="287540" y="179266"/>
                  <a:pt x="287540" y="119729"/>
                </a:cubicBezTo>
                <a:cubicBezTo>
                  <a:pt x="287385" y="115940"/>
                  <a:pt x="287409" y="112146"/>
                  <a:pt x="287627" y="108362"/>
                </a:cubicBezTo>
                <a:cubicBezTo>
                  <a:pt x="291251" y="44997"/>
                  <a:pt x="345560" y="-3434"/>
                  <a:pt x="408924" y="191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0574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40673A3E-CD49-9A29-34FF-F3123883394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276600" y="3550920"/>
            <a:ext cx="1295400" cy="381000"/>
          </a:xfrm>
          <a:solidFill>
            <a:srgbClr val="6FC7EA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AEDF261-853D-FE46-1B1A-C08031C626A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 rot="10800000">
            <a:off x="762001" y="1523051"/>
            <a:ext cx="909561" cy="798000"/>
          </a:xfrm>
          <a:custGeom>
            <a:avLst/>
            <a:gdLst>
              <a:gd name="connsiteX0" fmla="*/ 135658 w 543109"/>
              <a:gd name="connsiteY0" fmla="*/ 759 h 476494"/>
              <a:gd name="connsiteX1" fmla="*/ 169851 w 543109"/>
              <a:gd name="connsiteY1" fmla="*/ 8496 h 476494"/>
              <a:gd name="connsiteX2" fmla="*/ 255699 w 543109"/>
              <a:gd name="connsiteY2" fmla="*/ 154341 h 476494"/>
              <a:gd name="connsiteX3" fmla="*/ 242776 w 543109"/>
              <a:gd name="connsiteY3" fmla="*/ 238343 h 476494"/>
              <a:gd name="connsiteX4" fmla="*/ 46620 w 543109"/>
              <a:gd name="connsiteY4" fmla="*/ 476494 h 476494"/>
              <a:gd name="connsiteX5" fmla="*/ 466 w 543109"/>
              <a:gd name="connsiteY5" fmla="*/ 413725 h 476494"/>
              <a:gd name="connsiteX6" fmla="*/ 132928 w 543109"/>
              <a:gd name="connsiteY6" fmla="*/ 238343 h 476494"/>
              <a:gd name="connsiteX7" fmla="*/ 137081 w 543109"/>
              <a:gd name="connsiteY7" fmla="*/ 213883 h 476494"/>
              <a:gd name="connsiteX8" fmla="*/ 102469 w 543109"/>
              <a:gd name="connsiteY8" fmla="*/ 213883 h 476494"/>
              <a:gd name="connsiteX9" fmla="*/ 6 w 543109"/>
              <a:gd name="connsiteY9" fmla="*/ 134499 h 476494"/>
              <a:gd name="connsiteX10" fmla="*/ 6 w 543109"/>
              <a:gd name="connsiteY10" fmla="*/ 119725 h 476494"/>
              <a:gd name="connsiteX11" fmla="*/ 12008 w 543109"/>
              <a:gd name="connsiteY11" fmla="*/ 65266 h 476494"/>
              <a:gd name="connsiteX12" fmla="*/ 100623 w 543109"/>
              <a:gd name="connsiteY12" fmla="*/ 2037 h 476494"/>
              <a:gd name="connsiteX13" fmla="*/ 135658 w 543109"/>
              <a:gd name="connsiteY13" fmla="*/ 759 h 476494"/>
              <a:gd name="connsiteX14" fmla="*/ 408924 w 543109"/>
              <a:gd name="connsiteY14" fmla="*/ 191 h 476494"/>
              <a:gd name="connsiteX15" fmla="*/ 542767 w 543109"/>
              <a:gd name="connsiteY15" fmla="*/ 151574 h 476494"/>
              <a:gd name="connsiteX16" fmla="*/ 333693 w 543109"/>
              <a:gd name="connsiteY16" fmla="*/ 474648 h 476494"/>
              <a:gd name="connsiteX17" fmla="*/ 287540 w 543109"/>
              <a:gd name="connsiteY17" fmla="*/ 411879 h 476494"/>
              <a:gd name="connsiteX18" fmla="*/ 426000 w 543109"/>
              <a:gd name="connsiteY18" fmla="*/ 212036 h 476494"/>
              <a:gd name="connsiteX19" fmla="*/ 391384 w 543109"/>
              <a:gd name="connsiteY19" fmla="*/ 212036 h 476494"/>
              <a:gd name="connsiteX20" fmla="*/ 287540 w 543109"/>
              <a:gd name="connsiteY20" fmla="*/ 119729 h 476494"/>
              <a:gd name="connsiteX21" fmla="*/ 287627 w 543109"/>
              <a:gd name="connsiteY21" fmla="*/ 108362 h 476494"/>
              <a:gd name="connsiteX22" fmla="*/ 408924 w 543109"/>
              <a:gd name="connsiteY22" fmla="*/ 191 h 476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43109" h="476494">
                <a:moveTo>
                  <a:pt x="135658" y="759"/>
                </a:moveTo>
                <a:cubicBezTo>
                  <a:pt x="147295" y="1845"/>
                  <a:pt x="158791" y="4434"/>
                  <a:pt x="169851" y="8496"/>
                </a:cubicBezTo>
                <a:cubicBezTo>
                  <a:pt x="227440" y="32927"/>
                  <a:pt x="262289" y="92135"/>
                  <a:pt x="255699" y="154341"/>
                </a:cubicBezTo>
                <a:cubicBezTo>
                  <a:pt x="255423" y="182818"/>
                  <a:pt x="251072" y="211106"/>
                  <a:pt x="242776" y="238343"/>
                </a:cubicBezTo>
                <a:cubicBezTo>
                  <a:pt x="210389" y="339967"/>
                  <a:pt x="140158" y="425238"/>
                  <a:pt x="46620" y="476494"/>
                </a:cubicBezTo>
                <a:lnTo>
                  <a:pt x="466" y="413725"/>
                </a:lnTo>
                <a:cubicBezTo>
                  <a:pt x="63923" y="372718"/>
                  <a:pt x="110842" y="310599"/>
                  <a:pt x="132928" y="238343"/>
                </a:cubicBezTo>
                <a:cubicBezTo>
                  <a:pt x="134760" y="230270"/>
                  <a:pt x="136145" y="222105"/>
                  <a:pt x="137081" y="213883"/>
                </a:cubicBezTo>
                <a:lnTo>
                  <a:pt x="102469" y="213883"/>
                </a:lnTo>
                <a:cubicBezTo>
                  <a:pt x="39700" y="213883"/>
                  <a:pt x="5544" y="184805"/>
                  <a:pt x="6" y="134499"/>
                </a:cubicBezTo>
                <a:cubicBezTo>
                  <a:pt x="6" y="129421"/>
                  <a:pt x="6" y="124808"/>
                  <a:pt x="6" y="119725"/>
                </a:cubicBezTo>
                <a:cubicBezTo>
                  <a:pt x="-174" y="100900"/>
                  <a:pt x="3930" y="82274"/>
                  <a:pt x="12008" y="65266"/>
                </a:cubicBezTo>
                <a:cubicBezTo>
                  <a:pt x="28362" y="30069"/>
                  <a:pt x="62019" y="6054"/>
                  <a:pt x="100623" y="2037"/>
                </a:cubicBezTo>
                <a:cubicBezTo>
                  <a:pt x="112245" y="90"/>
                  <a:pt x="124022" y="-327"/>
                  <a:pt x="135658" y="759"/>
                </a:cubicBezTo>
                <a:close/>
                <a:moveTo>
                  <a:pt x="408924" y="191"/>
                </a:moveTo>
                <a:cubicBezTo>
                  <a:pt x="505384" y="191"/>
                  <a:pt x="547385" y="70804"/>
                  <a:pt x="542767" y="151574"/>
                </a:cubicBezTo>
                <a:cubicBezTo>
                  <a:pt x="534132" y="288338"/>
                  <a:pt x="454918" y="410745"/>
                  <a:pt x="333693" y="474648"/>
                </a:cubicBezTo>
                <a:lnTo>
                  <a:pt x="287540" y="411879"/>
                </a:lnTo>
                <a:cubicBezTo>
                  <a:pt x="377080" y="345879"/>
                  <a:pt x="418155" y="279418"/>
                  <a:pt x="426000" y="212036"/>
                </a:cubicBezTo>
                <a:lnTo>
                  <a:pt x="391384" y="212036"/>
                </a:lnTo>
                <a:cubicBezTo>
                  <a:pt x="322156" y="212036"/>
                  <a:pt x="287540" y="179266"/>
                  <a:pt x="287540" y="119729"/>
                </a:cubicBezTo>
                <a:cubicBezTo>
                  <a:pt x="287385" y="115940"/>
                  <a:pt x="287409" y="112146"/>
                  <a:pt x="287627" y="108362"/>
                </a:cubicBezTo>
                <a:cubicBezTo>
                  <a:pt x="291251" y="44997"/>
                  <a:pt x="345560" y="-3434"/>
                  <a:pt x="408924" y="191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875121-EE82-7785-892F-3BFC4D4BA2EA}"/>
              </a:ext>
            </a:extLst>
          </p:cNvPr>
          <p:cNvSpPr/>
          <p:nvPr userDrawn="1"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F18654D-ADFE-F4AC-472C-D2B9DBABDB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6096001"/>
            <a:ext cx="1172132" cy="380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6B97338-CEA9-6164-DAAA-70D80C9034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2000" y="2667000"/>
            <a:ext cx="4953000" cy="1905000"/>
          </a:xfrm>
        </p:spPr>
        <p:txBody>
          <a:bodyPr>
            <a:noAutofit/>
          </a:bodyPr>
          <a:lstStyle>
            <a:lvl1pPr marL="0" indent="0">
              <a:buNone/>
              <a:defRPr sz="44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A QUOTE CAN BE PLACED HERE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FD9280F-3170-B438-2976-92D58DD0FC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6096000"/>
            <a:ext cx="1172132" cy="380999"/>
          </a:xfrm>
          <a:prstGeom prst="rect">
            <a:avLst/>
          </a:prstGeo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9763AB5A-ABAB-2FE2-F6D5-3E5638DFA31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A329FB3-5F8F-4D24-AE8F-BB7C279EAB55}" type="datetime1">
              <a:rPr lang="en-US" smtClean="0"/>
              <a:t>10/1/2026</a:t>
            </a:fld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F89C745F-928C-B94D-9DB9-DFB04B6FFF6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25FAC94-1D3A-C9E9-0463-CA7D6F0D674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4499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 /Pictur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36">
            <a:extLst>
              <a:ext uri="{FF2B5EF4-FFF2-40B4-BE49-F238E27FC236}">
                <a16:creationId xmlns:a16="http://schemas.microsoft.com/office/drawing/2014/main" id="{484DF48B-1AE3-8C44-5CC3-69DFEA8336F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4413" y="1143000"/>
            <a:ext cx="10665588" cy="4572000"/>
          </a:xfrm>
          <a:prstGeom prst="roundRect">
            <a:avLst>
              <a:gd name="adj" fmla="val 1436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rgbClr val="E27FAF">
                    <a:alpha val="0"/>
                  </a:srgb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AEDF261-853D-FE46-1B1A-C08031C626A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 rot="10800000">
            <a:off x="1124251" y="532960"/>
            <a:ext cx="1688105" cy="1481052"/>
          </a:xfrm>
          <a:custGeom>
            <a:avLst/>
            <a:gdLst>
              <a:gd name="connsiteX0" fmla="*/ 135658 w 543109"/>
              <a:gd name="connsiteY0" fmla="*/ 759 h 476494"/>
              <a:gd name="connsiteX1" fmla="*/ 169851 w 543109"/>
              <a:gd name="connsiteY1" fmla="*/ 8496 h 476494"/>
              <a:gd name="connsiteX2" fmla="*/ 255699 w 543109"/>
              <a:gd name="connsiteY2" fmla="*/ 154341 h 476494"/>
              <a:gd name="connsiteX3" fmla="*/ 242776 w 543109"/>
              <a:gd name="connsiteY3" fmla="*/ 238343 h 476494"/>
              <a:gd name="connsiteX4" fmla="*/ 46620 w 543109"/>
              <a:gd name="connsiteY4" fmla="*/ 476494 h 476494"/>
              <a:gd name="connsiteX5" fmla="*/ 466 w 543109"/>
              <a:gd name="connsiteY5" fmla="*/ 413725 h 476494"/>
              <a:gd name="connsiteX6" fmla="*/ 132928 w 543109"/>
              <a:gd name="connsiteY6" fmla="*/ 238343 h 476494"/>
              <a:gd name="connsiteX7" fmla="*/ 137081 w 543109"/>
              <a:gd name="connsiteY7" fmla="*/ 213883 h 476494"/>
              <a:gd name="connsiteX8" fmla="*/ 102469 w 543109"/>
              <a:gd name="connsiteY8" fmla="*/ 213883 h 476494"/>
              <a:gd name="connsiteX9" fmla="*/ 6 w 543109"/>
              <a:gd name="connsiteY9" fmla="*/ 134499 h 476494"/>
              <a:gd name="connsiteX10" fmla="*/ 6 w 543109"/>
              <a:gd name="connsiteY10" fmla="*/ 119725 h 476494"/>
              <a:gd name="connsiteX11" fmla="*/ 12008 w 543109"/>
              <a:gd name="connsiteY11" fmla="*/ 65266 h 476494"/>
              <a:gd name="connsiteX12" fmla="*/ 100623 w 543109"/>
              <a:gd name="connsiteY12" fmla="*/ 2037 h 476494"/>
              <a:gd name="connsiteX13" fmla="*/ 135658 w 543109"/>
              <a:gd name="connsiteY13" fmla="*/ 759 h 476494"/>
              <a:gd name="connsiteX14" fmla="*/ 408924 w 543109"/>
              <a:gd name="connsiteY14" fmla="*/ 191 h 476494"/>
              <a:gd name="connsiteX15" fmla="*/ 542767 w 543109"/>
              <a:gd name="connsiteY15" fmla="*/ 151574 h 476494"/>
              <a:gd name="connsiteX16" fmla="*/ 333693 w 543109"/>
              <a:gd name="connsiteY16" fmla="*/ 474648 h 476494"/>
              <a:gd name="connsiteX17" fmla="*/ 287540 w 543109"/>
              <a:gd name="connsiteY17" fmla="*/ 411879 h 476494"/>
              <a:gd name="connsiteX18" fmla="*/ 426000 w 543109"/>
              <a:gd name="connsiteY18" fmla="*/ 212036 h 476494"/>
              <a:gd name="connsiteX19" fmla="*/ 391384 w 543109"/>
              <a:gd name="connsiteY19" fmla="*/ 212036 h 476494"/>
              <a:gd name="connsiteX20" fmla="*/ 287540 w 543109"/>
              <a:gd name="connsiteY20" fmla="*/ 119729 h 476494"/>
              <a:gd name="connsiteX21" fmla="*/ 287627 w 543109"/>
              <a:gd name="connsiteY21" fmla="*/ 108362 h 476494"/>
              <a:gd name="connsiteX22" fmla="*/ 408924 w 543109"/>
              <a:gd name="connsiteY22" fmla="*/ 191 h 476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43109" h="476494">
                <a:moveTo>
                  <a:pt x="135658" y="759"/>
                </a:moveTo>
                <a:cubicBezTo>
                  <a:pt x="147295" y="1845"/>
                  <a:pt x="158791" y="4434"/>
                  <a:pt x="169851" y="8496"/>
                </a:cubicBezTo>
                <a:cubicBezTo>
                  <a:pt x="227440" y="32927"/>
                  <a:pt x="262289" y="92135"/>
                  <a:pt x="255699" y="154341"/>
                </a:cubicBezTo>
                <a:cubicBezTo>
                  <a:pt x="255423" y="182818"/>
                  <a:pt x="251072" y="211106"/>
                  <a:pt x="242776" y="238343"/>
                </a:cubicBezTo>
                <a:cubicBezTo>
                  <a:pt x="210389" y="339967"/>
                  <a:pt x="140158" y="425238"/>
                  <a:pt x="46620" y="476494"/>
                </a:cubicBezTo>
                <a:lnTo>
                  <a:pt x="466" y="413725"/>
                </a:lnTo>
                <a:cubicBezTo>
                  <a:pt x="63923" y="372718"/>
                  <a:pt x="110842" y="310599"/>
                  <a:pt x="132928" y="238343"/>
                </a:cubicBezTo>
                <a:cubicBezTo>
                  <a:pt x="134760" y="230270"/>
                  <a:pt x="136145" y="222105"/>
                  <a:pt x="137081" y="213883"/>
                </a:cubicBezTo>
                <a:lnTo>
                  <a:pt x="102469" y="213883"/>
                </a:lnTo>
                <a:cubicBezTo>
                  <a:pt x="39700" y="213883"/>
                  <a:pt x="5544" y="184805"/>
                  <a:pt x="6" y="134499"/>
                </a:cubicBezTo>
                <a:cubicBezTo>
                  <a:pt x="6" y="129421"/>
                  <a:pt x="6" y="124808"/>
                  <a:pt x="6" y="119725"/>
                </a:cubicBezTo>
                <a:cubicBezTo>
                  <a:pt x="-174" y="100900"/>
                  <a:pt x="3930" y="82274"/>
                  <a:pt x="12008" y="65266"/>
                </a:cubicBezTo>
                <a:cubicBezTo>
                  <a:pt x="28362" y="30069"/>
                  <a:pt x="62019" y="6054"/>
                  <a:pt x="100623" y="2037"/>
                </a:cubicBezTo>
                <a:cubicBezTo>
                  <a:pt x="112245" y="90"/>
                  <a:pt x="124022" y="-327"/>
                  <a:pt x="135658" y="759"/>
                </a:cubicBezTo>
                <a:close/>
                <a:moveTo>
                  <a:pt x="408924" y="191"/>
                </a:moveTo>
                <a:cubicBezTo>
                  <a:pt x="505384" y="191"/>
                  <a:pt x="547385" y="70804"/>
                  <a:pt x="542767" y="151574"/>
                </a:cubicBezTo>
                <a:cubicBezTo>
                  <a:pt x="534132" y="288338"/>
                  <a:pt x="454918" y="410745"/>
                  <a:pt x="333693" y="474648"/>
                </a:cubicBezTo>
                <a:lnTo>
                  <a:pt x="287540" y="411879"/>
                </a:lnTo>
                <a:cubicBezTo>
                  <a:pt x="377080" y="345879"/>
                  <a:pt x="418155" y="279418"/>
                  <a:pt x="426000" y="212036"/>
                </a:cubicBezTo>
                <a:lnTo>
                  <a:pt x="391384" y="212036"/>
                </a:lnTo>
                <a:cubicBezTo>
                  <a:pt x="322156" y="212036"/>
                  <a:pt x="287540" y="179266"/>
                  <a:pt x="287540" y="119729"/>
                </a:cubicBezTo>
                <a:cubicBezTo>
                  <a:pt x="287385" y="115940"/>
                  <a:pt x="287409" y="112146"/>
                  <a:pt x="287627" y="108362"/>
                </a:cubicBezTo>
                <a:cubicBezTo>
                  <a:pt x="291251" y="44997"/>
                  <a:pt x="345560" y="-3434"/>
                  <a:pt x="408924" y="191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accent4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875121-EE82-7785-892F-3BFC4D4BA2EA}"/>
              </a:ext>
            </a:extLst>
          </p:cNvPr>
          <p:cNvSpPr/>
          <p:nvPr userDrawn="1"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F18654D-ADFE-F4AC-472C-D2B9DBABDB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6096001"/>
            <a:ext cx="1172132" cy="380999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B2D228E-1EF2-FCF8-38CC-91694ECB72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8000" y="1143000"/>
            <a:ext cx="4572001" cy="5715000"/>
          </a:xfrm>
          <a:noFill/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Put a person picture without a background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6B97338-CEA9-6164-DAAA-70D80C9034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3000" y="2286000"/>
            <a:ext cx="5334000" cy="3047999"/>
          </a:xfrm>
        </p:spPr>
        <p:txBody>
          <a:bodyPr>
            <a:noAutofit/>
          </a:bodyPr>
          <a:lstStyle>
            <a:lvl1pPr marL="0" indent="0">
              <a:buNone/>
              <a:defRPr sz="44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A QUOTE CAN BE PLACED HERE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FD9280F-3170-B438-2976-92D58DD0FC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6096000"/>
            <a:ext cx="1172132" cy="380999"/>
          </a:xfrm>
          <a:prstGeom prst="rect">
            <a:avLst/>
          </a:prstGeo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9763AB5A-ABAB-2FE2-F6D5-3E5638DFA31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F4FDD64-8244-4DB2-B5FA-509255CC9E0D}" type="datetime1">
              <a:rPr lang="en-US" smtClean="0"/>
              <a:t>10/1/2026</a:t>
            </a:fld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F89C745F-928C-B94D-9DB9-DFB04B6FFF6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25FAC94-1D3A-C9E9-0463-CA7D6F0D674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71352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 /Pictur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36">
            <a:extLst>
              <a:ext uri="{FF2B5EF4-FFF2-40B4-BE49-F238E27FC236}">
                <a16:creationId xmlns:a16="http://schemas.microsoft.com/office/drawing/2014/main" id="{674EBA41-68FA-CB90-2936-C591EE6E2BD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1" y="1905000"/>
            <a:ext cx="10668000" cy="3810000"/>
          </a:xfrm>
          <a:prstGeom prst="roundRect">
            <a:avLst>
              <a:gd name="adj" fmla="val 13408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rgbClr val="E27FAF">
                    <a:alpha val="0"/>
                  </a:srgb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875121-EE82-7785-892F-3BFC4D4BA2EA}"/>
              </a:ext>
            </a:extLst>
          </p:cNvPr>
          <p:cNvSpPr/>
          <p:nvPr userDrawn="1"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F18654D-ADFE-F4AC-472C-D2B9DBABDB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6096001"/>
            <a:ext cx="1172132" cy="380999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B2D228E-1EF2-FCF8-38CC-91694ECB72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5587" y="381000"/>
            <a:ext cx="4572001" cy="5334002"/>
          </a:xfrm>
          <a:prstGeom prst="roundRect">
            <a:avLst>
              <a:gd name="adj" fmla="val 11288"/>
            </a:avLst>
          </a:prstGeom>
          <a:noFill/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Put a person picture without a background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6B97338-CEA9-6164-DAAA-70D80C9034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3000" y="2667000"/>
            <a:ext cx="5334000" cy="2666999"/>
          </a:xfrm>
        </p:spPr>
        <p:txBody>
          <a:bodyPr>
            <a:noAutofit/>
          </a:bodyPr>
          <a:lstStyle>
            <a:lvl1pPr marL="0" indent="0">
              <a:buNone/>
              <a:defRPr sz="4400" cap="all" baseline="0">
                <a:latin typeface="+mj-lt"/>
              </a:defRPr>
            </a:lvl1pPr>
          </a:lstStyle>
          <a:p>
            <a:pPr lvl="0"/>
            <a:r>
              <a:rPr lang="en-US"/>
              <a:t>A QUOTE CAN BE PLACED HERE </a:t>
            </a:r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CBA96987-E775-AB65-AE5C-D6C7E4469A3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C9BDF44-4234-4B99-ADC8-D6443E45C154}" type="datetime1">
              <a:rPr lang="en-US" smtClean="0"/>
              <a:t>10/1/2026</a:t>
            </a:fld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8569FA56-C10A-DC2E-51E4-E801D68C1AD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963F3EC-555E-B617-C816-C969A41B669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7362F79-B0AC-B84F-4A02-DFA54437378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 rot="10800000">
            <a:off x="1124251" y="804948"/>
            <a:ext cx="1688105" cy="1481052"/>
          </a:xfrm>
          <a:custGeom>
            <a:avLst/>
            <a:gdLst>
              <a:gd name="connsiteX0" fmla="*/ 135658 w 543109"/>
              <a:gd name="connsiteY0" fmla="*/ 759 h 476494"/>
              <a:gd name="connsiteX1" fmla="*/ 169851 w 543109"/>
              <a:gd name="connsiteY1" fmla="*/ 8496 h 476494"/>
              <a:gd name="connsiteX2" fmla="*/ 255699 w 543109"/>
              <a:gd name="connsiteY2" fmla="*/ 154341 h 476494"/>
              <a:gd name="connsiteX3" fmla="*/ 242776 w 543109"/>
              <a:gd name="connsiteY3" fmla="*/ 238343 h 476494"/>
              <a:gd name="connsiteX4" fmla="*/ 46620 w 543109"/>
              <a:gd name="connsiteY4" fmla="*/ 476494 h 476494"/>
              <a:gd name="connsiteX5" fmla="*/ 466 w 543109"/>
              <a:gd name="connsiteY5" fmla="*/ 413725 h 476494"/>
              <a:gd name="connsiteX6" fmla="*/ 132928 w 543109"/>
              <a:gd name="connsiteY6" fmla="*/ 238343 h 476494"/>
              <a:gd name="connsiteX7" fmla="*/ 137081 w 543109"/>
              <a:gd name="connsiteY7" fmla="*/ 213883 h 476494"/>
              <a:gd name="connsiteX8" fmla="*/ 102469 w 543109"/>
              <a:gd name="connsiteY8" fmla="*/ 213883 h 476494"/>
              <a:gd name="connsiteX9" fmla="*/ 6 w 543109"/>
              <a:gd name="connsiteY9" fmla="*/ 134499 h 476494"/>
              <a:gd name="connsiteX10" fmla="*/ 6 w 543109"/>
              <a:gd name="connsiteY10" fmla="*/ 119725 h 476494"/>
              <a:gd name="connsiteX11" fmla="*/ 12008 w 543109"/>
              <a:gd name="connsiteY11" fmla="*/ 65266 h 476494"/>
              <a:gd name="connsiteX12" fmla="*/ 100623 w 543109"/>
              <a:gd name="connsiteY12" fmla="*/ 2037 h 476494"/>
              <a:gd name="connsiteX13" fmla="*/ 135658 w 543109"/>
              <a:gd name="connsiteY13" fmla="*/ 759 h 476494"/>
              <a:gd name="connsiteX14" fmla="*/ 408924 w 543109"/>
              <a:gd name="connsiteY14" fmla="*/ 191 h 476494"/>
              <a:gd name="connsiteX15" fmla="*/ 542767 w 543109"/>
              <a:gd name="connsiteY15" fmla="*/ 151574 h 476494"/>
              <a:gd name="connsiteX16" fmla="*/ 333693 w 543109"/>
              <a:gd name="connsiteY16" fmla="*/ 474648 h 476494"/>
              <a:gd name="connsiteX17" fmla="*/ 287540 w 543109"/>
              <a:gd name="connsiteY17" fmla="*/ 411879 h 476494"/>
              <a:gd name="connsiteX18" fmla="*/ 426000 w 543109"/>
              <a:gd name="connsiteY18" fmla="*/ 212036 h 476494"/>
              <a:gd name="connsiteX19" fmla="*/ 391384 w 543109"/>
              <a:gd name="connsiteY19" fmla="*/ 212036 h 476494"/>
              <a:gd name="connsiteX20" fmla="*/ 287540 w 543109"/>
              <a:gd name="connsiteY20" fmla="*/ 119729 h 476494"/>
              <a:gd name="connsiteX21" fmla="*/ 287627 w 543109"/>
              <a:gd name="connsiteY21" fmla="*/ 108362 h 476494"/>
              <a:gd name="connsiteX22" fmla="*/ 408924 w 543109"/>
              <a:gd name="connsiteY22" fmla="*/ 191 h 476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43109" h="476494">
                <a:moveTo>
                  <a:pt x="135658" y="759"/>
                </a:moveTo>
                <a:cubicBezTo>
                  <a:pt x="147295" y="1845"/>
                  <a:pt x="158791" y="4434"/>
                  <a:pt x="169851" y="8496"/>
                </a:cubicBezTo>
                <a:cubicBezTo>
                  <a:pt x="227440" y="32927"/>
                  <a:pt x="262289" y="92135"/>
                  <a:pt x="255699" y="154341"/>
                </a:cubicBezTo>
                <a:cubicBezTo>
                  <a:pt x="255423" y="182818"/>
                  <a:pt x="251072" y="211106"/>
                  <a:pt x="242776" y="238343"/>
                </a:cubicBezTo>
                <a:cubicBezTo>
                  <a:pt x="210389" y="339967"/>
                  <a:pt x="140158" y="425238"/>
                  <a:pt x="46620" y="476494"/>
                </a:cubicBezTo>
                <a:lnTo>
                  <a:pt x="466" y="413725"/>
                </a:lnTo>
                <a:cubicBezTo>
                  <a:pt x="63923" y="372718"/>
                  <a:pt x="110842" y="310599"/>
                  <a:pt x="132928" y="238343"/>
                </a:cubicBezTo>
                <a:cubicBezTo>
                  <a:pt x="134760" y="230270"/>
                  <a:pt x="136145" y="222105"/>
                  <a:pt x="137081" y="213883"/>
                </a:cubicBezTo>
                <a:lnTo>
                  <a:pt x="102469" y="213883"/>
                </a:lnTo>
                <a:cubicBezTo>
                  <a:pt x="39700" y="213883"/>
                  <a:pt x="5544" y="184805"/>
                  <a:pt x="6" y="134499"/>
                </a:cubicBezTo>
                <a:cubicBezTo>
                  <a:pt x="6" y="129421"/>
                  <a:pt x="6" y="124808"/>
                  <a:pt x="6" y="119725"/>
                </a:cubicBezTo>
                <a:cubicBezTo>
                  <a:pt x="-174" y="100900"/>
                  <a:pt x="3930" y="82274"/>
                  <a:pt x="12008" y="65266"/>
                </a:cubicBezTo>
                <a:cubicBezTo>
                  <a:pt x="28362" y="30069"/>
                  <a:pt x="62019" y="6054"/>
                  <a:pt x="100623" y="2037"/>
                </a:cubicBezTo>
                <a:cubicBezTo>
                  <a:pt x="112245" y="90"/>
                  <a:pt x="124022" y="-327"/>
                  <a:pt x="135658" y="759"/>
                </a:cubicBezTo>
                <a:close/>
                <a:moveTo>
                  <a:pt x="408924" y="191"/>
                </a:moveTo>
                <a:cubicBezTo>
                  <a:pt x="505384" y="191"/>
                  <a:pt x="547385" y="70804"/>
                  <a:pt x="542767" y="151574"/>
                </a:cubicBezTo>
                <a:cubicBezTo>
                  <a:pt x="534132" y="288338"/>
                  <a:pt x="454918" y="410745"/>
                  <a:pt x="333693" y="474648"/>
                </a:cubicBezTo>
                <a:lnTo>
                  <a:pt x="287540" y="411879"/>
                </a:lnTo>
                <a:cubicBezTo>
                  <a:pt x="377080" y="345879"/>
                  <a:pt x="418155" y="279418"/>
                  <a:pt x="426000" y="212036"/>
                </a:cubicBezTo>
                <a:lnTo>
                  <a:pt x="391384" y="212036"/>
                </a:lnTo>
                <a:cubicBezTo>
                  <a:pt x="322156" y="212036"/>
                  <a:pt x="287540" y="179266"/>
                  <a:pt x="287540" y="119729"/>
                </a:cubicBezTo>
                <a:cubicBezTo>
                  <a:pt x="287385" y="115940"/>
                  <a:pt x="287409" y="112146"/>
                  <a:pt x="287627" y="108362"/>
                </a:cubicBezTo>
                <a:cubicBezTo>
                  <a:pt x="291251" y="44997"/>
                  <a:pt x="345560" y="-3434"/>
                  <a:pt x="408924" y="191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22558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 /Picture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6">
            <a:extLst>
              <a:ext uri="{FF2B5EF4-FFF2-40B4-BE49-F238E27FC236}">
                <a16:creationId xmlns:a16="http://schemas.microsoft.com/office/drawing/2014/main" id="{27472EFE-4F6C-99CE-3E6D-932F2EFE7DB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286418" y="3536902"/>
            <a:ext cx="2367622" cy="381000"/>
          </a:xfrm>
          <a:solidFill>
            <a:srgbClr val="6FC7EA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662BBB-E40E-591D-0FD2-E2D79886F9F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435436" y="3536903"/>
            <a:ext cx="656560" cy="576030"/>
          </a:xfrm>
          <a:custGeom>
            <a:avLst/>
            <a:gdLst>
              <a:gd name="connsiteX0" fmla="*/ 135658 w 543109"/>
              <a:gd name="connsiteY0" fmla="*/ 759 h 476494"/>
              <a:gd name="connsiteX1" fmla="*/ 169851 w 543109"/>
              <a:gd name="connsiteY1" fmla="*/ 8496 h 476494"/>
              <a:gd name="connsiteX2" fmla="*/ 255699 w 543109"/>
              <a:gd name="connsiteY2" fmla="*/ 154341 h 476494"/>
              <a:gd name="connsiteX3" fmla="*/ 242776 w 543109"/>
              <a:gd name="connsiteY3" fmla="*/ 238343 h 476494"/>
              <a:gd name="connsiteX4" fmla="*/ 46620 w 543109"/>
              <a:gd name="connsiteY4" fmla="*/ 476494 h 476494"/>
              <a:gd name="connsiteX5" fmla="*/ 466 w 543109"/>
              <a:gd name="connsiteY5" fmla="*/ 413725 h 476494"/>
              <a:gd name="connsiteX6" fmla="*/ 132928 w 543109"/>
              <a:gd name="connsiteY6" fmla="*/ 238343 h 476494"/>
              <a:gd name="connsiteX7" fmla="*/ 137081 w 543109"/>
              <a:gd name="connsiteY7" fmla="*/ 213883 h 476494"/>
              <a:gd name="connsiteX8" fmla="*/ 102469 w 543109"/>
              <a:gd name="connsiteY8" fmla="*/ 213883 h 476494"/>
              <a:gd name="connsiteX9" fmla="*/ 6 w 543109"/>
              <a:gd name="connsiteY9" fmla="*/ 134499 h 476494"/>
              <a:gd name="connsiteX10" fmla="*/ 6 w 543109"/>
              <a:gd name="connsiteY10" fmla="*/ 119725 h 476494"/>
              <a:gd name="connsiteX11" fmla="*/ 12008 w 543109"/>
              <a:gd name="connsiteY11" fmla="*/ 65266 h 476494"/>
              <a:gd name="connsiteX12" fmla="*/ 100623 w 543109"/>
              <a:gd name="connsiteY12" fmla="*/ 2037 h 476494"/>
              <a:gd name="connsiteX13" fmla="*/ 135658 w 543109"/>
              <a:gd name="connsiteY13" fmla="*/ 759 h 476494"/>
              <a:gd name="connsiteX14" fmla="*/ 408924 w 543109"/>
              <a:gd name="connsiteY14" fmla="*/ 191 h 476494"/>
              <a:gd name="connsiteX15" fmla="*/ 542767 w 543109"/>
              <a:gd name="connsiteY15" fmla="*/ 151574 h 476494"/>
              <a:gd name="connsiteX16" fmla="*/ 333693 w 543109"/>
              <a:gd name="connsiteY16" fmla="*/ 474648 h 476494"/>
              <a:gd name="connsiteX17" fmla="*/ 287540 w 543109"/>
              <a:gd name="connsiteY17" fmla="*/ 411879 h 476494"/>
              <a:gd name="connsiteX18" fmla="*/ 426000 w 543109"/>
              <a:gd name="connsiteY18" fmla="*/ 212036 h 476494"/>
              <a:gd name="connsiteX19" fmla="*/ 391384 w 543109"/>
              <a:gd name="connsiteY19" fmla="*/ 212036 h 476494"/>
              <a:gd name="connsiteX20" fmla="*/ 287540 w 543109"/>
              <a:gd name="connsiteY20" fmla="*/ 119729 h 476494"/>
              <a:gd name="connsiteX21" fmla="*/ 287627 w 543109"/>
              <a:gd name="connsiteY21" fmla="*/ 108362 h 476494"/>
              <a:gd name="connsiteX22" fmla="*/ 408924 w 543109"/>
              <a:gd name="connsiteY22" fmla="*/ 191 h 476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43109" h="476494">
                <a:moveTo>
                  <a:pt x="135658" y="759"/>
                </a:moveTo>
                <a:cubicBezTo>
                  <a:pt x="147295" y="1845"/>
                  <a:pt x="158791" y="4434"/>
                  <a:pt x="169851" y="8496"/>
                </a:cubicBezTo>
                <a:cubicBezTo>
                  <a:pt x="227440" y="32927"/>
                  <a:pt x="262289" y="92135"/>
                  <a:pt x="255699" y="154341"/>
                </a:cubicBezTo>
                <a:cubicBezTo>
                  <a:pt x="255423" y="182818"/>
                  <a:pt x="251072" y="211106"/>
                  <a:pt x="242776" y="238343"/>
                </a:cubicBezTo>
                <a:cubicBezTo>
                  <a:pt x="210389" y="339967"/>
                  <a:pt x="140158" y="425238"/>
                  <a:pt x="46620" y="476494"/>
                </a:cubicBezTo>
                <a:lnTo>
                  <a:pt x="466" y="413725"/>
                </a:lnTo>
                <a:cubicBezTo>
                  <a:pt x="63923" y="372718"/>
                  <a:pt x="110842" y="310599"/>
                  <a:pt x="132928" y="238343"/>
                </a:cubicBezTo>
                <a:cubicBezTo>
                  <a:pt x="134760" y="230270"/>
                  <a:pt x="136145" y="222105"/>
                  <a:pt x="137081" y="213883"/>
                </a:cubicBezTo>
                <a:lnTo>
                  <a:pt x="102469" y="213883"/>
                </a:lnTo>
                <a:cubicBezTo>
                  <a:pt x="39700" y="213883"/>
                  <a:pt x="5544" y="184805"/>
                  <a:pt x="6" y="134499"/>
                </a:cubicBezTo>
                <a:cubicBezTo>
                  <a:pt x="6" y="129421"/>
                  <a:pt x="6" y="124808"/>
                  <a:pt x="6" y="119725"/>
                </a:cubicBezTo>
                <a:cubicBezTo>
                  <a:pt x="-174" y="100900"/>
                  <a:pt x="3930" y="82274"/>
                  <a:pt x="12008" y="65266"/>
                </a:cubicBezTo>
                <a:cubicBezTo>
                  <a:pt x="28362" y="30069"/>
                  <a:pt x="62019" y="6054"/>
                  <a:pt x="100623" y="2037"/>
                </a:cubicBezTo>
                <a:cubicBezTo>
                  <a:pt x="112245" y="90"/>
                  <a:pt x="124022" y="-327"/>
                  <a:pt x="135658" y="759"/>
                </a:cubicBezTo>
                <a:close/>
                <a:moveTo>
                  <a:pt x="408924" y="191"/>
                </a:moveTo>
                <a:cubicBezTo>
                  <a:pt x="505384" y="191"/>
                  <a:pt x="547385" y="70804"/>
                  <a:pt x="542767" y="151574"/>
                </a:cubicBezTo>
                <a:cubicBezTo>
                  <a:pt x="534132" y="288338"/>
                  <a:pt x="454918" y="410745"/>
                  <a:pt x="333693" y="474648"/>
                </a:cubicBezTo>
                <a:lnTo>
                  <a:pt x="287540" y="411879"/>
                </a:lnTo>
                <a:cubicBezTo>
                  <a:pt x="377080" y="345879"/>
                  <a:pt x="418155" y="279418"/>
                  <a:pt x="426000" y="212036"/>
                </a:cubicBezTo>
                <a:lnTo>
                  <a:pt x="391384" y="212036"/>
                </a:lnTo>
                <a:cubicBezTo>
                  <a:pt x="322156" y="212036"/>
                  <a:pt x="287540" y="179266"/>
                  <a:pt x="287540" y="119729"/>
                </a:cubicBezTo>
                <a:cubicBezTo>
                  <a:pt x="287385" y="115940"/>
                  <a:pt x="287409" y="112146"/>
                  <a:pt x="287627" y="108362"/>
                </a:cubicBezTo>
                <a:cubicBezTo>
                  <a:pt x="291251" y="44997"/>
                  <a:pt x="345560" y="-3434"/>
                  <a:pt x="408924" y="191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875121-EE82-7785-892F-3BFC4D4BA2EA}"/>
              </a:ext>
            </a:extLst>
          </p:cNvPr>
          <p:cNvSpPr/>
          <p:nvPr userDrawn="1"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F18654D-ADFE-F4AC-472C-D2B9DBABDB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6096001"/>
            <a:ext cx="1172132" cy="380999"/>
          </a:xfrm>
          <a:prstGeom prst="rect">
            <a:avLst/>
          </a:prstGeom>
        </p:spPr>
      </p:pic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CBA96987-E775-AB65-AE5C-D6C7E4469A37}"/>
              </a:ext>
            </a:extLst>
          </p:cNvPr>
          <p:cNvSpPr>
            <a:spLocks noGrp="1"/>
          </p:cNvSpPr>
          <p:nvPr userDrawn="1"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314CA2-E492-4E06-AEE0-589BA5AB4A8D}" type="datetime1">
              <a:rPr lang="en-US" smtClean="0"/>
              <a:t>10/1/2026</a:t>
            </a:fld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8569FA56-C10A-DC2E-51E4-E801D68C1AD5}"/>
              </a:ext>
            </a:extLst>
          </p:cNvPr>
          <p:cNvSpPr>
            <a:spLocks noGrp="1"/>
          </p:cNvSpPr>
          <p:nvPr userDrawn="1"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963F3EC-555E-B617-C816-C969A41B6699}"/>
              </a:ext>
            </a:extLst>
          </p:cNvPr>
          <p:cNvSpPr>
            <a:spLocks noGrp="1"/>
          </p:cNvSpPr>
          <p:nvPr userDrawn="1"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7F6D976-0FE0-78F0-F235-71B29D3B7AD9}"/>
              </a:ext>
            </a:extLst>
          </p:cNvPr>
          <p:cNvSpPr>
            <a:spLocks noGrp="1"/>
          </p:cNvSpPr>
          <p:nvPr userDrawn="1">
            <p:ph type="pic" sz="quarter" idx="14"/>
          </p:nvPr>
        </p:nvSpPr>
        <p:spPr>
          <a:xfrm>
            <a:off x="6744551" y="381000"/>
            <a:ext cx="4696183" cy="6096001"/>
          </a:xfrm>
          <a:custGeom>
            <a:avLst/>
            <a:gdLst>
              <a:gd name="connsiteX0" fmla="*/ 310462 w 4402672"/>
              <a:gd name="connsiteY0" fmla="*/ 0 h 5715001"/>
              <a:gd name="connsiteX1" fmla="*/ 2483559 w 4402672"/>
              <a:gd name="connsiteY1" fmla="*/ 0 h 5715001"/>
              <a:gd name="connsiteX2" fmla="*/ 4042802 w 4402672"/>
              <a:gd name="connsiteY2" fmla="*/ 1255916 h 5715001"/>
              <a:gd name="connsiteX3" fmla="*/ 3033868 w 4402672"/>
              <a:gd name="connsiteY3" fmla="*/ 2384806 h 5715001"/>
              <a:gd name="connsiteX4" fmla="*/ 2906844 w 4402672"/>
              <a:gd name="connsiteY4" fmla="*/ 2504763 h 5715001"/>
              <a:gd name="connsiteX5" fmla="*/ 3033868 w 4402672"/>
              <a:gd name="connsiteY5" fmla="*/ 2624720 h 5715001"/>
              <a:gd name="connsiteX6" fmla="*/ 4402672 w 4402672"/>
              <a:gd name="connsiteY6" fmla="*/ 4155758 h 5715001"/>
              <a:gd name="connsiteX7" fmla="*/ 2702268 w 4402672"/>
              <a:gd name="connsiteY7" fmla="*/ 5715001 h 5715001"/>
              <a:gd name="connsiteX8" fmla="*/ 310462 w 4402672"/>
              <a:gd name="connsiteY8" fmla="*/ 5715001 h 5715001"/>
              <a:gd name="connsiteX9" fmla="*/ 0 w 4402672"/>
              <a:gd name="connsiteY9" fmla="*/ 5369266 h 5715001"/>
              <a:gd name="connsiteX10" fmla="*/ 0 w 4402672"/>
              <a:gd name="connsiteY10" fmla="*/ 345736 h 5715001"/>
              <a:gd name="connsiteX11" fmla="*/ 310462 w 4402672"/>
              <a:gd name="connsiteY11" fmla="*/ 0 h 571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672" h="5715001">
                <a:moveTo>
                  <a:pt x="310462" y="0"/>
                </a:moveTo>
                <a:lnTo>
                  <a:pt x="2483559" y="0"/>
                </a:lnTo>
                <a:cubicBezTo>
                  <a:pt x="3499560" y="0"/>
                  <a:pt x="4042802" y="465692"/>
                  <a:pt x="4042802" y="1255916"/>
                </a:cubicBezTo>
                <a:cubicBezTo>
                  <a:pt x="4042802" y="1890908"/>
                  <a:pt x="3619451" y="2271917"/>
                  <a:pt x="3033868" y="2384806"/>
                </a:cubicBezTo>
                <a:cubicBezTo>
                  <a:pt x="2942116" y="2398942"/>
                  <a:pt x="2906844" y="2434216"/>
                  <a:pt x="2906844" y="2504763"/>
                </a:cubicBezTo>
                <a:cubicBezTo>
                  <a:pt x="2906844" y="2575311"/>
                  <a:pt x="2942116" y="2610584"/>
                  <a:pt x="3033868" y="2624720"/>
                </a:cubicBezTo>
                <a:cubicBezTo>
                  <a:pt x="3760612" y="2737609"/>
                  <a:pt x="4402672" y="3139756"/>
                  <a:pt x="4402672" y="4155758"/>
                </a:cubicBezTo>
                <a:cubicBezTo>
                  <a:pt x="4402672" y="4903639"/>
                  <a:pt x="3788817" y="5715001"/>
                  <a:pt x="2702268" y="5715001"/>
                </a:cubicBezTo>
                <a:lnTo>
                  <a:pt x="310462" y="5715001"/>
                </a:lnTo>
                <a:cubicBezTo>
                  <a:pt x="91751" y="5715001"/>
                  <a:pt x="0" y="5644453"/>
                  <a:pt x="0" y="5369266"/>
                </a:cubicBezTo>
                <a:lnTo>
                  <a:pt x="0" y="345736"/>
                </a:lnTo>
                <a:cubicBezTo>
                  <a:pt x="0" y="70548"/>
                  <a:pt x="91751" y="0"/>
                  <a:pt x="31046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/>
            </a:lvl1pPr>
          </a:lstStyle>
          <a:p>
            <a:pPr marL="228600" lvl="0" indent="-228600">
              <a:lnSpc>
                <a:spcPct val="100000"/>
              </a:lnSpc>
            </a:pP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EE73EBC-C3A5-CD9B-822C-4CD2D77B7D6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 rot="10800000">
            <a:off x="762001" y="1905000"/>
            <a:ext cx="656560" cy="576030"/>
          </a:xfrm>
          <a:custGeom>
            <a:avLst/>
            <a:gdLst>
              <a:gd name="connsiteX0" fmla="*/ 135658 w 543109"/>
              <a:gd name="connsiteY0" fmla="*/ 759 h 476494"/>
              <a:gd name="connsiteX1" fmla="*/ 169851 w 543109"/>
              <a:gd name="connsiteY1" fmla="*/ 8496 h 476494"/>
              <a:gd name="connsiteX2" fmla="*/ 255699 w 543109"/>
              <a:gd name="connsiteY2" fmla="*/ 154341 h 476494"/>
              <a:gd name="connsiteX3" fmla="*/ 242776 w 543109"/>
              <a:gd name="connsiteY3" fmla="*/ 238343 h 476494"/>
              <a:gd name="connsiteX4" fmla="*/ 46620 w 543109"/>
              <a:gd name="connsiteY4" fmla="*/ 476494 h 476494"/>
              <a:gd name="connsiteX5" fmla="*/ 466 w 543109"/>
              <a:gd name="connsiteY5" fmla="*/ 413725 h 476494"/>
              <a:gd name="connsiteX6" fmla="*/ 132928 w 543109"/>
              <a:gd name="connsiteY6" fmla="*/ 238343 h 476494"/>
              <a:gd name="connsiteX7" fmla="*/ 137081 w 543109"/>
              <a:gd name="connsiteY7" fmla="*/ 213883 h 476494"/>
              <a:gd name="connsiteX8" fmla="*/ 102469 w 543109"/>
              <a:gd name="connsiteY8" fmla="*/ 213883 h 476494"/>
              <a:gd name="connsiteX9" fmla="*/ 6 w 543109"/>
              <a:gd name="connsiteY9" fmla="*/ 134499 h 476494"/>
              <a:gd name="connsiteX10" fmla="*/ 6 w 543109"/>
              <a:gd name="connsiteY10" fmla="*/ 119725 h 476494"/>
              <a:gd name="connsiteX11" fmla="*/ 12008 w 543109"/>
              <a:gd name="connsiteY11" fmla="*/ 65266 h 476494"/>
              <a:gd name="connsiteX12" fmla="*/ 100623 w 543109"/>
              <a:gd name="connsiteY12" fmla="*/ 2037 h 476494"/>
              <a:gd name="connsiteX13" fmla="*/ 135658 w 543109"/>
              <a:gd name="connsiteY13" fmla="*/ 759 h 476494"/>
              <a:gd name="connsiteX14" fmla="*/ 408924 w 543109"/>
              <a:gd name="connsiteY14" fmla="*/ 191 h 476494"/>
              <a:gd name="connsiteX15" fmla="*/ 542767 w 543109"/>
              <a:gd name="connsiteY15" fmla="*/ 151574 h 476494"/>
              <a:gd name="connsiteX16" fmla="*/ 333693 w 543109"/>
              <a:gd name="connsiteY16" fmla="*/ 474648 h 476494"/>
              <a:gd name="connsiteX17" fmla="*/ 287540 w 543109"/>
              <a:gd name="connsiteY17" fmla="*/ 411879 h 476494"/>
              <a:gd name="connsiteX18" fmla="*/ 426000 w 543109"/>
              <a:gd name="connsiteY18" fmla="*/ 212036 h 476494"/>
              <a:gd name="connsiteX19" fmla="*/ 391384 w 543109"/>
              <a:gd name="connsiteY19" fmla="*/ 212036 h 476494"/>
              <a:gd name="connsiteX20" fmla="*/ 287540 w 543109"/>
              <a:gd name="connsiteY20" fmla="*/ 119729 h 476494"/>
              <a:gd name="connsiteX21" fmla="*/ 287627 w 543109"/>
              <a:gd name="connsiteY21" fmla="*/ 108362 h 476494"/>
              <a:gd name="connsiteX22" fmla="*/ 408924 w 543109"/>
              <a:gd name="connsiteY22" fmla="*/ 191 h 476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43109" h="476494">
                <a:moveTo>
                  <a:pt x="135658" y="759"/>
                </a:moveTo>
                <a:cubicBezTo>
                  <a:pt x="147295" y="1845"/>
                  <a:pt x="158791" y="4434"/>
                  <a:pt x="169851" y="8496"/>
                </a:cubicBezTo>
                <a:cubicBezTo>
                  <a:pt x="227440" y="32927"/>
                  <a:pt x="262289" y="92135"/>
                  <a:pt x="255699" y="154341"/>
                </a:cubicBezTo>
                <a:cubicBezTo>
                  <a:pt x="255423" y="182818"/>
                  <a:pt x="251072" y="211106"/>
                  <a:pt x="242776" y="238343"/>
                </a:cubicBezTo>
                <a:cubicBezTo>
                  <a:pt x="210389" y="339967"/>
                  <a:pt x="140158" y="425238"/>
                  <a:pt x="46620" y="476494"/>
                </a:cubicBezTo>
                <a:lnTo>
                  <a:pt x="466" y="413725"/>
                </a:lnTo>
                <a:cubicBezTo>
                  <a:pt x="63923" y="372718"/>
                  <a:pt x="110842" y="310599"/>
                  <a:pt x="132928" y="238343"/>
                </a:cubicBezTo>
                <a:cubicBezTo>
                  <a:pt x="134760" y="230270"/>
                  <a:pt x="136145" y="222105"/>
                  <a:pt x="137081" y="213883"/>
                </a:cubicBezTo>
                <a:lnTo>
                  <a:pt x="102469" y="213883"/>
                </a:lnTo>
                <a:cubicBezTo>
                  <a:pt x="39700" y="213883"/>
                  <a:pt x="5544" y="184805"/>
                  <a:pt x="6" y="134499"/>
                </a:cubicBezTo>
                <a:cubicBezTo>
                  <a:pt x="6" y="129421"/>
                  <a:pt x="6" y="124808"/>
                  <a:pt x="6" y="119725"/>
                </a:cubicBezTo>
                <a:cubicBezTo>
                  <a:pt x="-174" y="100900"/>
                  <a:pt x="3930" y="82274"/>
                  <a:pt x="12008" y="65266"/>
                </a:cubicBezTo>
                <a:cubicBezTo>
                  <a:pt x="28362" y="30069"/>
                  <a:pt x="62019" y="6054"/>
                  <a:pt x="100623" y="2037"/>
                </a:cubicBezTo>
                <a:cubicBezTo>
                  <a:pt x="112245" y="90"/>
                  <a:pt x="124022" y="-327"/>
                  <a:pt x="135658" y="759"/>
                </a:cubicBezTo>
                <a:close/>
                <a:moveTo>
                  <a:pt x="408924" y="191"/>
                </a:moveTo>
                <a:cubicBezTo>
                  <a:pt x="505384" y="191"/>
                  <a:pt x="547385" y="70804"/>
                  <a:pt x="542767" y="151574"/>
                </a:cubicBezTo>
                <a:cubicBezTo>
                  <a:pt x="534132" y="288338"/>
                  <a:pt x="454918" y="410745"/>
                  <a:pt x="333693" y="474648"/>
                </a:cubicBezTo>
                <a:lnTo>
                  <a:pt x="287540" y="411879"/>
                </a:lnTo>
                <a:cubicBezTo>
                  <a:pt x="377080" y="345879"/>
                  <a:pt x="418155" y="279418"/>
                  <a:pt x="426000" y="212036"/>
                </a:cubicBezTo>
                <a:lnTo>
                  <a:pt x="391384" y="212036"/>
                </a:lnTo>
                <a:cubicBezTo>
                  <a:pt x="322156" y="212036"/>
                  <a:pt x="287540" y="179266"/>
                  <a:pt x="287540" y="119729"/>
                </a:cubicBezTo>
                <a:cubicBezTo>
                  <a:pt x="287385" y="115940"/>
                  <a:pt x="287409" y="112146"/>
                  <a:pt x="287627" y="108362"/>
                </a:cubicBezTo>
                <a:cubicBezTo>
                  <a:pt x="291251" y="44997"/>
                  <a:pt x="345560" y="-3434"/>
                  <a:pt x="408924" y="191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6B97338-CEA9-6164-DAAA-70D80C90345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62000" y="2667000"/>
            <a:ext cx="5334000" cy="3048000"/>
          </a:xfrm>
        </p:spPr>
        <p:txBody>
          <a:bodyPr>
            <a:noAutofit/>
          </a:bodyPr>
          <a:lstStyle>
            <a:lvl1pPr marL="0" indent="0">
              <a:buNone/>
              <a:defRPr sz="4400" cap="all" baseline="0">
                <a:latin typeface="+mj-lt"/>
              </a:defRPr>
            </a:lvl1pPr>
          </a:lstStyle>
          <a:p>
            <a:pPr lvl="0"/>
            <a:r>
              <a:rPr lang="en-US"/>
              <a:t>A QUOTE CAN BE PLACED HERE </a:t>
            </a:r>
          </a:p>
        </p:txBody>
      </p:sp>
    </p:spTree>
    <p:extLst>
      <p:ext uri="{BB962C8B-B14F-4D97-AF65-F5344CB8AC3E}">
        <p14:creationId xmlns:p14="http://schemas.microsoft.com/office/powerpoint/2010/main" val="138018665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keaway Layout /Pictur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6">
            <a:extLst>
              <a:ext uri="{FF2B5EF4-FFF2-40B4-BE49-F238E27FC236}">
                <a16:creationId xmlns:a16="http://schemas.microsoft.com/office/drawing/2014/main" id="{F4755F20-1932-6FF8-6F33-99109A5BE0F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43000" y="2228860"/>
            <a:ext cx="1172132" cy="3810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130B6B-E3FA-1EF2-7296-AB3AB83EA52C}"/>
              </a:ext>
            </a:extLst>
          </p:cNvPr>
          <p:cNvSpPr/>
          <p:nvPr userDrawn="1"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F9DE0F2-26AF-53CC-DB21-198139D297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6096000"/>
            <a:ext cx="1172132" cy="380999"/>
          </a:xfrm>
          <a:prstGeom prst="rect">
            <a:avLst/>
          </a:prstGeom>
        </p:spPr>
      </p:pic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2A36A40-C575-62D6-57E1-8E7902B0DEDD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5334000" y="762001"/>
            <a:ext cx="6095999" cy="5333996"/>
          </a:xfrm>
          <a:prstGeom prst="roundRect">
            <a:avLst>
              <a:gd name="adj" fmla="val 14063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16" name="Text Placeholder 36">
            <a:extLst>
              <a:ext uri="{FF2B5EF4-FFF2-40B4-BE49-F238E27FC236}">
                <a16:creationId xmlns:a16="http://schemas.microsoft.com/office/drawing/2014/main" id="{04FA25E3-B7FB-42D4-B8BB-1C89C476CFC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766060" y="1632976"/>
            <a:ext cx="1437132" cy="381000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DD38951F-92E7-1AC5-CE94-582FC50EF7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98" y="762000"/>
            <a:ext cx="4191002" cy="5334000"/>
          </a:xfrm>
        </p:spPr>
        <p:txBody>
          <a:bodyPr>
            <a:noAutofit/>
          </a:bodyPr>
          <a:lstStyle>
            <a:lvl1pPr marL="0" indent="0">
              <a:buNone/>
              <a:defRPr sz="44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Your take away goes here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C8FD249C-70A4-CD07-92D2-93292EDA1834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B517D79E-76C5-4E0F-8ADF-6167ED7D6155}" type="datetime1">
              <a:rPr lang="en-US" smtClean="0"/>
              <a:t>10/1/2026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8A15C604-074F-04C5-456C-38EBF80EE2C5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3BBABFB-FEE2-9E84-F7FA-638E225291C5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908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keaway Layout /Pictur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39D24F-76AB-9E87-0987-117F32644C1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858000" y="762000"/>
            <a:ext cx="4587916" cy="5334000"/>
          </a:xfrm>
          <a:prstGeom prst="roundRect">
            <a:avLst>
              <a:gd name="adj" fmla="val 14063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 dirty="0"/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875121-EE82-7785-892F-3BFC4D4BA2EA}"/>
              </a:ext>
            </a:extLst>
          </p:cNvPr>
          <p:cNvSpPr/>
          <p:nvPr userDrawn="1"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F18654D-ADFE-F4AC-472C-D2B9DBABDB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6096001"/>
            <a:ext cx="1172132" cy="38099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6B97338-CEA9-6164-DAAA-70D80C9034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2000" y="762000"/>
            <a:ext cx="5715000" cy="5334000"/>
          </a:xfrm>
        </p:spPr>
        <p:txBody>
          <a:bodyPr anchor="ctr">
            <a:noAutofit/>
          </a:bodyPr>
          <a:lstStyle>
            <a:lvl1pPr marL="0" indent="0">
              <a:buNone/>
              <a:defRPr sz="4400" cap="all" baseline="0">
                <a:latin typeface="+mj-lt"/>
              </a:defRPr>
            </a:lvl1pPr>
          </a:lstStyle>
          <a:p>
            <a:pPr lvl="0"/>
            <a:r>
              <a:rPr lang="en-US"/>
              <a:t>Your takeaway note goes here</a:t>
            </a:r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CBA96987-E775-AB65-AE5C-D6C7E4469A3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E6A08C-1D66-442C-8192-49F8864B0F2F}" type="datetime1">
              <a:rPr lang="en-US" smtClean="0"/>
              <a:t>10/1/2026</a:t>
            </a:fld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8569FA56-C10A-DC2E-51E4-E801D68C1AD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963F3EC-555E-B617-C816-C969A41B669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84434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keaway Layout /Picture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75121-EE82-7785-892F-3BFC4D4BA2EA}"/>
              </a:ext>
            </a:extLst>
          </p:cNvPr>
          <p:cNvSpPr/>
          <p:nvPr userDrawn="1"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F18654D-ADFE-F4AC-472C-D2B9DBABDB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6096001"/>
            <a:ext cx="1172132" cy="380999"/>
          </a:xfrm>
          <a:prstGeom prst="rect">
            <a:avLst/>
          </a:prstGeom>
        </p:spPr>
      </p:pic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CBA96987-E775-AB65-AE5C-D6C7E4469A37}"/>
              </a:ext>
            </a:extLst>
          </p:cNvPr>
          <p:cNvSpPr>
            <a:spLocks noGrp="1"/>
          </p:cNvSpPr>
          <p:nvPr userDrawn="1"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FAF17D-BECF-4A7D-9C4D-2EE15730A3A1}" type="datetime1">
              <a:rPr lang="en-US" smtClean="0"/>
              <a:t>10/1/2026</a:t>
            </a:fld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8569FA56-C10A-DC2E-51E4-E801D68C1AD5}"/>
              </a:ext>
            </a:extLst>
          </p:cNvPr>
          <p:cNvSpPr>
            <a:spLocks noGrp="1"/>
          </p:cNvSpPr>
          <p:nvPr userDrawn="1"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963F3EC-555E-B617-C816-C969A41B6699}"/>
              </a:ext>
            </a:extLst>
          </p:cNvPr>
          <p:cNvSpPr>
            <a:spLocks noGrp="1"/>
          </p:cNvSpPr>
          <p:nvPr userDrawn="1"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7F6D976-0FE0-78F0-F235-71B29D3B7AD9}"/>
              </a:ext>
            </a:extLst>
          </p:cNvPr>
          <p:cNvSpPr>
            <a:spLocks noGrp="1"/>
          </p:cNvSpPr>
          <p:nvPr userDrawn="1">
            <p:ph type="pic" sz="quarter" idx="14"/>
          </p:nvPr>
        </p:nvSpPr>
        <p:spPr>
          <a:xfrm>
            <a:off x="4982131" y="381000"/>
            <a:ext cx="4696183" cy="6096001"/>
          </a:xfrm>
          <a:custGeom>
            <a:avLst/>
            <a:gdLst>
              <a:gd name="connsiteX0" fmla="*/ 310462 w 4402672"/>
              <a:gd name="connsiteY0" fmla="*/ 0 h 5715001"/>
              <a:gd name="connsiteX1" fmla="*/ 2483559 w 4402672"/>
              <a:gd name="connsiteY1" fmla="*/ 0 h 5715001"/>
              <a:gd name="connsiteX2" fmla="*/ 4042802 w 4402672"/>
              <a:gd name="connsiteY2" fmla="*/ 1255916 h 5715001"/>
              <a:gd name="connsiteX3" fmla="*/ 3033868 w 4402672"/>
              <a:gd name="connsiteY3" fmla="*/ 2384806 h 5715001"/>
              <a:gd name="connsiteX4" fmla="*/ 2906844 w 4402672"/>
              <a:gd name="connsiteY4" fmla="*/ 2504763 h 5715001"/>
              <a:gd name="connsiteX5" fmla="*/ 3033868 w 4402672"/>
              <a:gd name="connsiteY5" fmla="*/ 2624720 h 5715001"/>
              <a:gd name="connsiteX6" fmla="*/ 4402672 w 4402672"/>
              <a:gd name="connsiteY6" fmla="*/ 4155758 h 5715001"/>
              <a:gd name="connsiteX7" fmla="*/ 2702268 w 4402672"/>
              <a:gd name="connsiteY7" fmla="*/ 5715001 h 5715001"/>
              <a:gd name="connsiteX8" fmla="*/ 310462 w 4402672"/>
              <a:gd name="connsiteY8" fmla="*/ 5715001 h 5715001"/>
              <a:gd name="connsiteX9" fmla="*/ 0 w 4402672"/>
              <a:gd name="connsiteY9" fmla="*/ 5369266 h 5715001"/>
              <a:gd name="connsiteX10" fmla="*/ 0 w 4402672"/>
              <a:gd name="connsiteY10" fmla="*/ 345736 h 5715001"/>
              <a:gd name="connsiteX11" fmla="*/ 310462 w 4402672"/>
              <a:gd name="connsiteY11" fmla="*/ 0 h 571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672" h="5715001">
                <a:moveTo>
                  <a:pt x="310462" y="0"/>
                </a:moveTo>
                <a:lnTo>
                  <a:pt x="2483559" y="0"/>
                </a:lnTo>
                <a:cubicBezTo>
                  <a:pt x="3499560" y="0"/>
                  <a:pt x="4042802" y="465692"/>
                  <a:pt x="4042802" y="1255916"/>
                </a:cubicBezTo>
                <a:cubicBezTo>
                  <a:pt x="4042802" y="1890908"/>
                  <a:pt x="3619451" y="2271917"/>
                  <a:pt x="3033868" y="2384806"/>
                </a:cubicBezTo>
                <a:cubicBezTo>
                  <a:pt x="2942116" y="2398942"/>
                  <a:pt x="2906844" y="2434216"/>
                  <a:pt x="2906844" y="2504763"/>
                </a:cubicBezTo>
                <a:cubicBezTo>
                  <a:pt x="2906844" y="2575311"/>
                  <a:pt x="2942116" y="2610584"/>
                  <a:pt x="3033868" y="2624720"/>
                </a:cubicBezTo>
                <a:cubicBezTo>
                  <a:pt x="3760612" y="2737609"/>
                  <a:pt x="4402672" y="3139756"/>
                  <a:pt x="4402672" y="4155758"/>
                </a:cubicBezTo>
                <a:cubicBezTo>
                  <a:pt x="4402672" y="4903639"/>
                  <a:pt x="3788817" y="5715001"/>
                  <a:pt x="2702268" y="5715001"/>
                </a:cubicBezTo>
                <a:lnTo>
                  <a:pt x="310462" y="5715001"/>
                </a:lnTo>
                <a:cubicBezTo>
                  <a:pt x="91751" y="5715001"/>
                  <a:pt x="0" y="5644453"/>
                  <a:pt x="0" y="5369266"/>
                </a:cubicBezTo>
                <a:lnTo>
                  <a:pt x="0" y="345736"/>
                </a:lnTo>
                <a:cubicBezTo>
                  <a:pt x="0" y="70548"/>
                  <a:pt x="91751" y="0"/>
                  <a:pt x="31046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/>
            </a:lvl1pPr>
          </a:lstStyle>
          <a:p>
            <a:pPr marL="228600" lvl="0" indent="-228600">
              <a:lnSpc>
                <a:spcPct val="100000"/>
              </a:lnSpc>
            </a:pPr>
            <a:endParaRPr lang="en-US"/>
          </a:p>
        </p:txBody>
      </p:sp>
      <p:sp>
        <p:nvSpPr>
          <p:cNvPr id="3" name="Text Placeholder 36">
            <a:extLst>
              <a:ext uri="{FF2B5EF4-FFF2-40B4-BE49-F238E27FC236}">
                <a16:creationId xmlns:a16="http://schemas.microsoft.com/office/drawing/2014/main" id="{876DC73D-9B7F-FCB3-01E7-ABF470E7C9BD}"/>
              </a:ext>
            </a:extLst>
          </p:cNvPr>
          <p:cNvSpPr>
            <a:spLocks noGrp="1"/>
          </p:cNvSpPr>
          <p:nvPr userDrawn="1">
            <p:ph type="body" sz="quarter" idx="32"/>
          </p:nvPr>
        </p:nvSpPr>
        <p:spPr>
          <a:xfrm>
            <a:off x="4191000" y="3526421"/>
            <a:ext cx="1352310" cy="381000"/>
          </a:xfrm>
          <a:solidFill>
            <a:srgbClr val="6FC7EA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6B97338-CEA9-6164-DAAA-70D80C903459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62000" y="2667000"/>
            <a:ext cx="5715000" cy="3048000"/>
          </a:xfrm>
        </p:spPr>
        <p:txBody>
          <a:bodyPr>
            <a:noAutofit/>
          </a:bodyPr>
          <a:lstStyle>
            <a:lvl1pPr marL="0" indent="0">
              <a:buNone/>
              <a:defRPr sz="4400" cap="all" baseline="0">
                <a:latin typeface="+mj-lt"/>
              </a:defRPr>
            </a:lvl1pPr>
          </a:lstStyle>
          <a:p>
            <a:pPr lvl="0"/>
            <a:r>
              <a:rPr lang="en-US"/>
              <a:t>Your takeaway note goes here</a:t>
            </a:r>
          </a:p>
        </p:txBody>
      </p:sp>
    </p:spTree>
    <p:extLst>
      <p:ext uri="{BB962C8B-B14F-4D97-AF65-F5344CB8AC3E}">
        <p14:creationId xmlns:p14="http://schemas.microsoft.com/office/powerpoint/2010/main" val="325049019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Pictur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E51CC3D-2747-F3B8-0791-E8F512E040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429000" cy="3810000"/>
          </a:xfr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/>
            </a:lvl1pPr>
          </a:lstStyle>
          <a:p>
            <a:pPr marL="228600" lvl="0" indent="-228600">
              <a:lnSpc>
                <a:spcPct val="100000"/>
              </a:lnSpc>
            </a:pPr>
            <a:endParaRPr lang="en-US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7EC6B06D-AF2E-FB75-A264-1FACE041A1E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9000" y="0"/>
            <a:ext cx="3429000" cy="2667000"/>
          </a:xfr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/>
            </a:lvl1pPr>
          </a:lstStyle>
          <a:p>
            <a:pPr marL="228600" lvl="0" indent="-228600">
              <a:lnSpc>
                <a:spcPct val="100000"/>
              </a:lnSpc>
            </a:pPr>
            <a:endParaRPr lang="en-US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9EC25745-7F8A-66A3-F9E2-A0413058075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3810000"/>
            <a:ext cx="1524000" cy="3048000"/>
          </a:xfr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/>
            </a:lvl1pPr>
          </a:lstStyle>
          <a:p>
            <a:pPr marL="228600" lvl="0" indent="-228600">
              <a:lnSpc>
                <a:spcPct val="100000"/>
              </a:lnSpc>
            </a:pPr>
            <a:endParaRPr 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1CFC0E3-3EC0-5336-8133-B96E9B4AF99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3810000"/>
            <a:ext cx="1905000" cy="3048000"/>
          </a:xfr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/>
            </a:lvl1pPr>
          </a:lstStyle>
          <a:p>
            <a:pPr marL="228600" lvl="0" indent="-228600">
              <a:lnSpc>
                <a:spcPct val="100000"/>
              </a:lnSpc>
            </a:pPr>
            <a:endParaRPr lang="en-US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9DC082AE-1781-3BE4-7B87-D6D388C2FA1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31894" y="2667000"/>
            <a:ext cx="1905000" cy="4191000"/>
          </a:xfr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/>
            </a:lvl1pPr>
          </a:lstStyle>
          <a:p>
            <a:pPr marL="228600" lvl="0" indent="-228600">
              <a:lnSpc>
                <a:spcPct val="100000"/>
              </a:lnSpc>
            </a:pPr>
            <a:endParaRPr lang="en-US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36EB6F0D-BFCC-0DA1-5F7F-163F0C4F10F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34000" y="2667000"/>
            <a:ext cx="3810000" cy="4191000"/>
          </a:xfr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/>
            </a:lvl1pPr>
          </a:lstStyle>
          <a:p>
            <a:pPr marL="228600" lvl="0" indent="-228600">
              <a:lnSpc>
                <a:spcPct val="100000"/>
              </a:lnSpc>
            </a:pPr>
            <a:endParaRPr lang="en-US"/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B27D299B-EF65-AAC7-61C8-D741CDE6844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58000" y="0"/>
            <a:ext cx="1905000" cy="2667000"/>
          </a:xfr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/>
            </a:lvl1pPr>
          </a:lstStyle>
          <a:p>
            <a:pPr marL="228600" lvl="0" indent="-228600">
              <a:lnSpc>
                <a:spcPct val="100000"/>
              </a:lnSpc>
            </a:pPr>
            <a:endParaRPr lang="en-US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5F3EBE3B-DF26-8786-F481-FCD125B71FE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60106" y="0"/>
            <a:ext cx="3431894" cy="2667000"/>
          </a:xfr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/>
            </a:lvl1pPr>
          </a:lstStyle>
          <a:p>
            <a:pPr marL="228600" lvl="0" indent="-228600">
              <a:lnSpc>
                <a:spcPct val="100000"/>
              </a:lnSpc>
            </a:pPr>
            <a:endParaRPr lang="en-US"/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22C72FC1-8711-3D06-1B91-5003D320F7B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4000" y="5334000"/>
            <a:ext cx="3045106" cy="1524000"/>
          </a:xfr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/>
            </a:lvl1pPr>
          </a:lstStyle>
          <a:p>
            <a:pPr marL="228600" lvl="0" indent="-228600">
              <a:lnSpc>
                <a:spcPct val="100000"/>
              </a:lnSpc>
            </a:pPr>
            <a:endParaRPr lang="en-US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B9431447-E932-41B5-C614-8D31FE5780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flipH="1">
            <a:off x="9144000" y="2666999"/>
            <a:ext cx="3045106" cy="2666999"/>
          </a:xfr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2400"/>
            </a:lvl1pPr>
          </a:lstStyle>
          <a:p>
            <a:pPr marL="228600" lvl="0" indent="-228600">
              <a:lnSpc>
                <a:spcPct val="100000"/>
              </a:lnSpc>
            </a:pPr>
            <a:endParaRPr lang="en-US"/>
          </a:p>
        </p:txBody>
      </p:sp>
      <p:sp>
        <p:nvSpPr>
          <p:cNvPr id="18" name="Picture Placeholder 1">
            <a:extLst>
              <a:ext uri="{FF2B5EF4-FFF2-40B4-BE49-F238E27FC236}">
                <a16:creationId xmlns:a16="http://schemas.microsoft.com/office/drawing/2014/main" id="{52B93FE3-AF90-CC37-72C6-EF8793A6C94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34931" y="1143000"/>
            <a:ext cx="3522138" cy="4572000"/>
          </a:xfrm>
          <a:custGeom>
            <a:avLst/>
            <a:gdLst>
              <a:gd name="connsiteX0" fmla="*/ 310462 w 4402672"/>
              <a:gd name="connsiteY0" fmla="*/ 0 h 5715001"/>
              <a:gd name="connsiteX1" fmla="*/ 2483559 w 4402672"/>
              <a:gd name="connsiteY1" fmla="*/ 0 h 5715001"/>
              <a:gd name="connsiteX2" fmla="*/ 4042802 w 4402672"/>
              <a:gd name="connsiteY2" fmla="*/ 1255916 h 5715001"/>
              <a:gd name="connsiteX3" fmla="*/ 3033868 w 4402672"/>
              <a:gd name="connsiteY3" fmla="*/ 2384806 h 5715001"/>
              <a:gd name="connsiteX4" fmla="*/ 2906844 w 4402672"/>
              <a:gd name="connsiteY4" fmla="*/ 2504763 h 5715001"/>
              <a:gd name="connsiteX5" fmla="*/ 3033868 w 4402672"/>
              <a:gd name="connsiteY5" fmla="*/ 2624720 h 5715001"/>
              <a:gd name="connsiteX6" fmla="*/ 4402672 w 4402672"/>
              <a:gd name="connsiteY6" fmla="*/ 4155758 h 5715001"/>
              <a:gd name="connsiteX7" fmla="*/ 2702268 w 4402672"/>
              <a:gd name="connsiteY7" fmla="*/ 5715001 h 5715001"/>
              <a:gd name="connsiteX8" fmla="*/ 310462 w 4402672"/>
              <a:gd name="connsiteY8" fmla="*/ 5715001 h 5715001"/>
              <a:gd name="connsiteX9" fmla="*/ 0 w 4402672"/>
              <a:gd name="connsiteY9" fmla="*/ 5369266 h 5715001"/>
              <a:gd name="connsiteX10" fmla="*/ 0 w 4402672"/>
              <a:gd name="connsiteY10" fmla="*/ 345736 h 5715001"/>
              <a:gd name="connsiteX11" fmla="*/ 310462 w 4402672"/>
              <a:gd name="connsiteY11" fmla="*/ 0 h 571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672" h="5715001">
                <a:moveTo>
                  <a:pt x="310462" y="0"/>
                </a:moveTo>
                <a:lnTo>
                  <a:pt x="2483559" y="0"/>
                </a:lnTo>
                <a:cubicBezTo>
                  <a:pt x="3499560" y="0"/>
                  <a:pt x="4042802" y="465692"/>
                  <a:pt x="4042802" y="1255916"/>
                </a:cubicBezTo>
                <a:cubicBezTo>
                  <a:pt x="4042802" y="1890908"/>
                  <a:pt x="3619451" y="2271917"/>
                  <a:pt x="3033868" y="2384806"/>
                </a:cubicBezTo>
                <a:cubicBezTo>
                  <a:pt x="2942116" y="2398942"/>
                  <a:pt x="2906844" y="2434216"/>
                  <a:pt x="2906844" y="2504763"/>
                </a:cubicBezTo>
                <a:cubicBezTo>
                  <a:pt x="2906844" y="2575311"/>
                  <a:pt x="2942116" y="2610584"/>
                  <a:pt x="3033868" y="2624720"/>
                </a:cubicBezTo>
                <a:cubicBezTo>
                  <a:pt x="3760612" y="2737609"/>
                  <a:pt x="4402672" y="3139756"/>
                  <a:pt x="4402672" y="4155758"/>
                </a:cubicBezTo>
                <a:cubicBezTo>
                  <a:pt x="4402672" y="4903639"/>
                  <a:pt x="3788817" y="5715001"/>
                  <a:pt x="2702268" y="5715001"/>
                </a:cubicBezTo>
                <a:lnTo>
                  <a:pt x="310462" y="5715001"/>
                </a:lnTo>
                <a:cubicBezTo>
                  <a:pt x="91751" y="5715001"/>
                  <a:pt x="0" y="5644453"/>
                  <a:pt x="0" y="5369266"/>
                </a:cubicBezTo>
                <a:lnTo>
                  <a:pt x="0" y="345736"/>
                </a:lnTo>
                <a:cubicBezTo>
                  <a:pt x="0" y="70548"/>
                  <a:pt x="91751" y="0"/>
                  <a:pt x="31046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127000"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99157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DEFB271-5856-4A19-92BF-0CE801C04B9E}"/>
              </a:ext>
            </a:extLst>
          </p:cNvPr>
          <p:cNvSpPr/>
          <p:nvPr userDrawn="1"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A246449-6040-BA2B-E875-624E8F61B7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6096000"/>
            <a:ext cx="1172132" cy="380999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74AC86D-9209-88CC-5B44-5FAD4C2B5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39ACB-BD74-4E73-BAB8-F6C3DC1B14A2}" type="datetime1">
              <a:rPr lang="en-US" smtClean="0"/>
              <a:t>10/1/2026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A043455-F4CD-C439-45BC-91358087A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DE86A4-82FB-F50E-1230-7B9399318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4173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DEFB271-5856-4A19-92BF-0CE801C04B9E}"/>
              </a:ext>
            </a:extLst>
          </p:cNvPr>
          <p:cNvSpPr/>
          <p:nvPr userDrawn="1"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A246449-6040-BA2B-E875-624E8F61B7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6096000"/>
            <a:ext cx="1172132" cy="380999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74AC86D-9209-88CC-5B44-5FAD4C2B5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B9099-E9EF-4713-84EB-16815B968C44}" type="datetime1">
              <a:rPr lang="en-US" smtClean="0"/>
              <a:t>10/1/2026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A043455-F4CD-C439-45BC-91358087A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DE86A4-82FB-F50E-1230-7B9399318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3C7A1-0109-CA7B-6C62-58418E1EA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7565266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3895-921C-654B-92C4-66B160145AC8}" type="datetimeFigureOut">
              <a:rPr lang="en-BH" smtClean="0"/>
              <a:t>10/01/2026</a:t>
            </a:fld>
            <a:endParaRPr lang="en-B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C9944-F9BD-524A-BD33-487F42D80A43}" type="slidenum">
              <a:rPr lang="en-BH" smtClean="0"/>
              <a:t>‹#›</a:t>
            </a:fld>
            <a:endParaRPr lang="en-BH"/>
          </a:p>
        </p:txBody>
      </p:sp>
    </p:spTree>
    <p:extLst>
      <p:ext uri="{BB962C8B-B14F-4D97-AF65-F5344CB8AC3E}">
        <p14:creationId xmlns:p14="http://schemas.microsoft.com/office/powerpoint/2010/main" val="23990193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2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5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3895-921C-654B-92C4-66B160145AC8}" type="datetimeFigureOut">
              <a:rPr lang="en-BH" smtClean="0"/>
              <a:t>10/01/2026</a:t>
            </a:fld>
            <a:endParaRPr lang="en-B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C9944-F9BD-524A-BD33-487F42D80A43}" type="slidenum">
              <a:rPr lang="en-BH" smtClean="0"/>
              <a:t>‹#›</a:t>
            </a:fld>
            <a:endParaRPr lang="en-BH"/>
          </a:p>
        </p:txBody>
      </p:sp>
    </p:spTree>
    <p:extLst>
      <p:ext uri="{BB962C8B-B14F-4D97-AF65-F5344CB8AC3E}">
        <p14:creationId xmlns:p14="http://schemas.microsoft.com/office/powerpoint/2010/main" val="2004048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W /Pictur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81E0321-EBC8-04BF-8B23-6EACFF62FA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43000" y="4480560"/>
            <a:ext cx="1719943" cy="472440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89770F7A-C0DD-D469-7F1A-ADB8CC9B1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1"/>
            <a:ext cx="5715000" cy="4571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624FFC-BAD1-9D65-070B-F0B6331C4E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33816" y="380998"/>
            <a:ext cx="4696184" cy="6096002"/>
          </a:xfrm>
          <a:custGeom>
            <a:avLst/>
            <a:gdLst>
              <a:gd name="connsiteX0" fmla="*/ 310462 w 4402672"/>
              <a:gd name="connsiteY0" fmla="*/ 0 h 5715001"/>
              <a:gd name="connsiteX1" fmla="*/ 2483559 w 4402672"/>
              <a:gd name="connsiteY1" fmla="*/ 0 h 5715001"/>
              <a:gd name="connsiteX2" fmla="*/ 4042802 w 4402672"/>
              <a:gd name="connsiteY2" fmla="*/ 1255916 h 5715001"/>
              <a:gd name="connsiteX3" fmla="*/ 3033868 w 4402672"/>
              <a:gd name="connsiteY3" fmla="*/ 2384806 h 5715001"/>
              <a:gd name="connsiteX4" fmla="*/ 2906844 w 4402672"/>
              <a:gd name="connsiteY4" fmla="*/ 2504763 h 5715001"/>
              <a:gd name="connsiteX5" fmla="*/ 3033868 w 4402672"/>
              <a:gd name="connsiteY5" fmla="*/ 2624720 h 5715001"/>
              <a:gd name="connsiteX6" fmla="*/ 4402672 w 4402672"/>
              <a:gd name="connsiteY6" fmla="*/ 4155758 h 5715001"/>
              <a:gd name="connsiteX7" fmla="*/ 2702268 w 4402672"/>
              <a:gd name="connsiteY7" fmla="*/ 5715001 h 5715001"/>
              <a:gd name="connsiteX8" fmla="*/ 310462 w 4402672"/>
              <a:gd name="connsiteY8" fmla="*/ 5715001 h 5715001"/>
              <a:gd name="connsiteX9" fmla="*/ 0 w 4402672"/>
              <a:gd name="connsiteY9" fmla="*/ 5369266 h 5715001"/>
              <a:gd name="connsiteX10" fmla="*/ 0 w 4402672"/>
              <a:gd name="connsiteY10" fmla="*/ 345736 h 5715001"/>
              <a:gd name="connsiteX11" fmla="*/ 310462 w 4402672"/>
              <a:gd name="connsiteY11" fmla="*/ 0 h 5715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672" h="5715001">
                <a:moveTo>
                  <a:pt x="310462" y="0"/>
                </a:moveTo>
                <a:lnTo>
                  <a:pt x="2483559" y="0"/>
                </a:lnTo>
                <a:cubicBezTo>
                  <a:pt x="3499560" y="0"/>
                  <a:pt x="4042802" y="465692"/>
                  <a:pt x="4042802" y="1255916"/>
                </a:cubicBezTo>
                <a:cubicBezTo>
                  <a:pt x="4042802" y="1890908"/>
                  <a:pt x="3619451" y="2271917"/>
                  <a:pt x="3033868" y="2384806"/>
                </a:cubicBezTo>
                <a:cubicBezTo>
                  <a:pt x="2942116" y="2398942"/>
                  <a:pt x="2906844" y="2434216"/>
                  <a:pt x="2906844" y="2504763"/>
                </a:cubicBezTo>
                <a:cubicBezTo>
                  <a:pt x="2906844" y="2575311"/>
                  <a:pt x="2942116" y="2610584"/>
                  <a:pt x="3033868" y="2624720"/>
                </a:cubicBezTo>
                <a:cubicBezTo>
                  <a:pt x="3760612" y="2737609"/>
                  <a:pt x="4402672" y="3139756"/>
                  <a:pt x="4402672" y="4155758"/>
                </a:cubicBezTo>
                <a:cubicBezTo>
                  <a:pt x="4402672" y="4903639"/>
                  <a:pt x="3788817" y="5715001"/>
                  <a:pt x="2702268" y="5715001"/>
                </a:cubicBezTo>
                <a:lnTo>
                  <a:pt x="310462" y="5715001"/>
                </a:lnTo>
                <a:cubicBezTo>
                  <a:pt x="91751" y="5715001"/>
                  <a:pt x="0" y="5644453"/>
                  <a:pt x="0" y="5369266"/>
                </a:cubicBezTo>
                <a:lnTo>
                  <a:pt x="0" y="345736"/>
                </a:lnTo>
                <a:cubicBezTo>
                  <a:pt x="0" y="70548"/>
                  <a:pt x="91751" y="0"/>
                  <a:pt x="31046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CFA2E-41C4-E38F-2778-993B7270C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5323838"/>
            <a:ext cx="5715000" cy="11531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384451E-5EC9-A47B-676E-6D8E9257D0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999" y="399942"/>
            <a:ext cx="2286001" cy="74305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CD210EEE-E83B-3B08-8FFF-B33098BD4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6332220"/>
            <a:ext cx="1905000" cy="14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18272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 /Pictur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7683B7F-E24B-95E6-4B3C-703597D0A1A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8000" y="5617339"/>
            <a:ext cx="1905000" cy="472440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B5BA825-9165-2261-F063-27D9B0338C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2000" y="381001"/>
            <a:ext cx="5334001" cy="6095998"/>
          </a:xfrm>
          <a:prstGeom prst="roundRect">
            <a:avLst>
              <a:gd name="adj" fmla="val 13980"/>
            </a:avLst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AC3D35-5293-A994-FBE8-33BE34001E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0" y="381001"/>
            <a:ext cx="2286001" cy="743059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9BFAD236-E0FD-42D8-4ECA-D32F4CF880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0" y="1517780"/>
            <a:ext cx="4953000" cy="45719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Section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CCF3700-5CEF-DC94-5457-418EA0A76E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2335" y="6332220"/>
            <a:ext cx="1905000" cy="14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35434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layout with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B7100-A426-C378-9962-65DC5676D9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8724" y="1524000"/>
            <a:ext cx="1066127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E4653C-EF47-EBBD-702E-6F0774C86B2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37D1B8-F921-2236-A203-C832A1D086E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1C6E-0ECB-D29B-43B5-3A51E94271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A56C857-8190-48A7-B8B6-B4FC686DB3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D93EFE-10AB-E378-E8E7-650088641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2498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26" Type="http://schemas.openxmlformats.org/officeDocument/2006/relationships/slideLayout" Target="../slideLayouts/slideLayout41.xml"/><Relationship Id="rId39" Type="http://schemas.openxmlformats.org/officeDocument/2006/relationships/slideLayout" Target="../slideLayouts/slideLayout54.xml"/><Relationship Id="rId21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49.xml"/><Relationship Id="rId42" Type="http://schemas.openxmlformats.org/officeDocument/2006/relationships/slideLayout" Target="../slideLayouts/slideLayout57.xml"/><Relationship Id="rId47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5.xml"/><Relationship Id="rId55" Type="http://schemas.openxmlformats.org/officeDocument/2006/relationships/image" Target="../media/image3.svg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39.xml"/><Relationship Id="rId32" Type="http://schemas.openxmlformats.org/officeDocument/2006/relationships/slideLayout" Target="../slideLayouts/slideLayout47.xml"/><Relationship Id="rId37" Type="http://schemas.openxmlformats.org/officeDocument/2006/relationships/slideLayout" Target="../slideLayouts/slideLayout52.xml"/><Relationship Id="rId40" Type="http://schemas.openxmlformats.org/officeDocument/2006/relationships/slideLayout" Target="../slideLayouts/slideLayout55.xml"/><Relationship Id="rId45" Type="http://schemas.openxmlformats.org/officeDocument/2006/relationships/slideLayout" Target="../slideLayouts/slideLayout60.xml"/><Relationship Id="rId53" Type="http://schemas.openxmlformats.org/officeDocument/2006/relationships/oleObject" Target="../embeddings/oleObject2.bin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31" Type="http://schemas.openxmlformats.org/officeDocument/2006/relationships/slideLayout" Target="../slideLayouts/slideLayout46.xml"/><Relationship Id="rId44" Type="http://schemas.openxmlformats.org/officeDocument/2006/relationships/slideLayout" Target="../slideLayouts/slideLayout59.xml"/><Relationship Id="rId52" Type="http://schemas.openxmlformats.org/officeDocument/2006/relationships/tags" Target="../tags/tag3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5.xml"/><Relationship Id="rId35" Type="http://schemas.openxmlformats.org/officeDocument/2006/relationships/slideLayout" Target="../slideLayouts/slideLayout50.xml"/><Relationship Id="rId43" Type="http://schemas.openxmlformats.org/officeDocument/2006/relationships/slideLayout" Target="../slideLayouts/slideLayout58.xml"/><Relationship Id="rId48" Type="http://schemas.openxmlformats.org/officeDocument/2006/relationships/slideLayout" Target="../slideLayouts/slideLayout63.xml"/><Relationship Id="rId8" Type="http://schemas.openxmlformats.org/officeDocument/2006/relationships/slideLayout" Target="../slideLayouts/slideLayout23.xml"/><Relationship Id="rId51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40.xml"/><Relationship Id="rId33" Type="http://schemas.openxmlformats.org/officeDocument/2006/relationships/slideLayout" Target="../slideLayouts/slideLayout48.xml"/><Relationship Id="rId38" Type="http://schemas.openxmlformats.org/officeDocument/2006/relationships/slideLayout" Target="../slideLayouts/slideLayout53.xml"/><Relationship Id="rId4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35.xml"/><Relationship Id="rId41" Type="http://schemas.openxmlformats.org/officeDocument/2006/relationships/slideLayout" Target="../slideLayouts/slideLayout56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43.xml"/><Relationship Id="rId36" Type="http://schemas.openxmlformats.org/officeDocument/2006/relationships/slideLayout" Target="../slideLayouts/slideLayout51.xml"/><Relationship Id="rId4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DA8A14F-A6D9-BF62-A8F3-331AE029D41A}"/>
              </a:ext>
            </a:extLst>
          </p:cNvPr>
          <p:cNvGraphicFramePr>
            <a:graphicFrameLocks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28013328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306" imgH="306" progId="TCLayout.ActiveDocument.1">
                  <p:embed/>
                </p:oleObj>
              </mc:Choice>
              <mc:Fallback>
                <p:oleObj name="think-cell Slide" r:id="rId18" imgW="306" imgH="30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A8A14F-A6D9-BF62-A8F3-331AE029D4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1CC335-82F5-EC82-719A-810849A18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1"/>
            <a:ext cx="10668000" cy="152399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7ACC2-1A47-FA36-0D9B-DFBD873F9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10668000" cy="3429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7C479-F731-6459-1DBB-94B300727C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6000" y="6096001"/>
            <a:ext cx="762000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A558C84-EB24-4453-B86B-BADF8F06C0E2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C43EF-8EEA-5FE0-BD2E-BA60DAFDB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000" y="6096001"/>
            <a:ext cx="8763000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72A53-9CA6-ED7E-77B7-BF42EC729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9000" y="6096001"/>
            <a:ext cx="381000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3884A-71D2-A46C-E9F7-026BBBB4D1C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336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Bede - Public information</a:t>
            </a:r>
          </a:p>
        </p:txBody>
      </p:sp>
    </p:spTree>
    <p:extLst>
      <p:ext uri="{BB962C8B-B14F-4D97-AF65-F5344CB8AC3E}">
        <p14:creationId xmlns:p14="http://schemas.microsoft.com/office/powerpoint/2010/main" val="2761891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809" r:id="rId2"/>
    <p:sldLayoutId id="2147483795" r:id="rId3"/>
    <p:sldLayoutId id="2147483817" r:id="rId4"/>
    <p:sldLayoutId id="2147483805" r:id="rId5"/>
    <p:sldLayoutId id="2147483807" r:id="rId6"/>
    <p:sldLayoutId id="2147483825" r:id="rId7"/>
    <p:sldLayoutId id="2147483835" r:id="rId8"/>
    <p:sldLayoutId id="2147483828" r:id="rId9"/>
    <p:sldLayoutId id="2147483830" r:id="rId10"/>
    <p:sldLayoutId id="2147483834" r:id="rId11"/>
    <p:sldLayoutId id="2147483816" r:id="rId12"/>
    <p:sldLayoutId id="2147483819" r:id="rId13"/>
    <p:sldLayoutId id="2147483870" r:id="rId14"/>
    <p:sldLayoutId id="2147484015" r:id="rId1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Zain" panose="00000900000000000000" pitchFamily="2" charset="-78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Zain" panose="00000900000000000000" pitchFamily="2" charset="-78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Zain" panose="00000900000000000000" pitchFamily="2" charset="-78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Zain" panose="00000900000000000000" pitchFamily="2" charset="-78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Zain" panose="00000900000000000000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3">
          <p15:clr>
            <a:srgbClr val="BFBFBF"/>
          </p15:clr>
        </p15:guide>
        <p15:guide id="54" pos="7680">
          <p15:clr>
            <a:srgbClr val="BFBFBF"/>
          </p15:clr>
        </p15:guide>
        <p15:guide id="55" pos="240">
          <p15:clr>
            <a:srgbClr val="BFBFBF"/>
          </p15:clr>
        </p15:guide>
        <p15:guide id="56" pos="480">
          <p15:clr>
            <a:srgbClr val="BFBFBF"/>
          </p15:clr>
        </p15:guide>
        <p15:guide id="57" pos="720">
          <p15:clr>
            <a:srgbClr val="BFBFBF"/>
          </p15:clr>
        </p15:guide>
        <p15:guide id="58" pos="960">
          <p15:clr>
            <a:srgbClr val="BFBFBF"/>
          </p15:clr>
        </p15:guide>
        <p15:guide id="59" pos="1200">
          <p15:clr>
            <a:srgbClr val="BFBFBF"/>
          </p15:clr>
        </p15:guide>
        <p15:guide id="60" pos="1440">
          <p15:clr>
            <a:srgbClr val="BFBFBF"/>
          </p15:clr>
        </p15:guide>
        <p15:guide id="61" pos="1680">
          <p15:clr>
            <a:srgbClr val="BFBFBF"/>
          </p15:clr>
        </p15:guide>
        <p15:guide id="62" pos="1920">
          <p15:clr>
            <a:srgbClr val="BFBFBF"/>
          </p15:clr>
        </p15:guide>
        <p15:guide id="63" pos="2160">
          <p15:clr>
            <a:srgbClr val="BFBFBF"/>
          </p15:clr>
        </p15:guide>
        <p15:guide id="64" pos="2400">
          <p15:clr>
            <a:srgbClr val="BFBFBF"/>
          </p15:clr>
        </p15:guide>
        <p15:guide id="65" pos="2640">
          <p15:clr>
            <a:srgbClr val="BFBFBF"/>
          </p15:clr>
        </p15:guide>
        <p15:guide id="66" pos="2880">
          <p15:clr>
            <a:srgbClr val="BFBFBF"/>
          </p15:clr>
        </p15:guide>
        <p15:guide id="67" pos="3120">
          <p15:clr>
            <a:srgbClr val="BFBFBF"/>
          </p15:clr>
        </p15:guide>
        <p15:guide id="68" pos="3360">
          <p15:clr>
            <a:srgbClr val="BFBFBF"/>
          </p15:clr>
        </p15:guide>
        <p15:guide id="69" pos="3600">
          <p15:clr>
            <a:srgbClr val="BFBFBF"/>
          </p15:clr>
        </p15:guide>
        <p15:guide id="70" pos="3840">
          <p15:clr>
            <a:srgbClr val="BFBFBF"/>
          </p15:clr>
        </p15:guide>
        <p15:guide id="71" pos="4080">
          <p15:clr>
            <a:srgbClr val="BFBFBF"/>
          </p15:clr>
        </p15:guide>
        <p15:guide id="72" pos="4320">
          <p15:clr>
            <a:srgbClr val="BFBFBF"/>
          </p15:clr>
        </p15:guide>
        <p15:guide id="73" pos="4560">
          <p15:clr>
            <a:srgbClr val="BFBFBF"/>
          </p15:clr>
        </p15:guide>
        <p15:guide id="74" pos="4800">
          <p15:clr>
            <a:srgbClr val="BFBFBF"/>
          </p15:clr>
        </p15:guide>
        <p15:guide id="75" pos="5040">
          <p15:clr>
            <a:srgbClr val="BFBFBF"/>
          </p15:clr>
        </p15:guide>
        <p15:guide id="76" pos="5280">
          <p15:clr>
            <a:srgbClr val="BFBFBF"/>
          </p15:clr>
        </p15:guide>
        <p15:guide id="77" pos="5520">
          <p15:clr>
            <a:srgbClr val="BFBFBF"/>
          </p15:clr>
        </p15:guide>
        <p15:guide id="78" pos="5760">
          <p15:clr>
            <a:srgbClr val="BFBFBF"/>
          </p15:clr>
        </p15:guide>
        <p15:guide id="79" pos="6000">
          <p15:clr>
            <a:srgbClr val="BFBFBF"/>
          </p15:clr>
        </p15:guide>
        <p15:guide id="80" pos="6240">
          <p15:clr>
            <a:srgbClr val="BFBFBF"/>
          </p15:clr>
        </p15:guide>
        <p15:guide id="81" pos="6480">
          <p15:clr>
            <a:srgbClr val="BFBFBF"/>
          </p15:clr>
        </p15:guide>
        <p15:guide id="82" pos="6720">
          <p15:clr>
            <a:srgbClr val="BFBFBF"/>
          </p15:clr>
        </p15:guide>
        <p15:guide id="83" pos="6960">
          <p15:clr>
            <a:srgbClr val="BFBFBF"/>
          </p15:clr>
        </p15:guide>
        <p15:guide id="84" pos="7200">
          <p15:clr>
            <a:srgbClr val="BFBFBF"/>
          </p15:clr>
        </p15:guide>
        <p15:guide id="85" pos="7440">
          <p15:clr>
            <a:srgbClr val="BFBFBF"/>
          </p15:clr>
        </p15:guide>
        <p15:guide id="86" orient="horz">
          <p15:clr>
            <a:srgbClr val="BFBFBF"/>
          </p15:clr>
        </p15:guide>
        <p15:guide id="87" orient="horz" pos="4320">
          <p15:clr>
            <a:srgbClr val="BFBFBF"/>
          </p15:clr>
        </p15:guide>
        <p15:guide id="88" orient="horz" pos="240">
          <p15:clr>
            <a:srgbClr val="BFBFBF"/>
          </p15:clr>
        </p15:guide>
        <p15:guide id="89" orient="horz" pos="480">
          <p15:clr>
            <a:srgbClr val="BFBFBF"/>
          </p15:clr>
        </p15:guide>
        <p15:guide id="90" orient="horz" pos="720">
          <p15:clr>
            <a:srgbClr val="BFBFBF"/>
          </p15:clr>
        </p15:guide>
        <p15:guide id="91" orient="horz" pos="960">
          <p15:clr>
            <a:srgbClr val="BFBFBF"/>
          </p15:clr>
        </p15:guide>
        <p15:guide id="92" orient="horz" pos="1200">
          <p15:clr>
            <a:srgbClr val="BFBFBF"/>
          </p15:clr>
        </p15:guide>
        <p15:guide id="93" orient="horz" pos="1440">
          <p15:clr>
            <a:srgbClr val="BFBFBF"/>
          </p15:clr>
        </p15:guide>
        <p15:guide id="94" orient="horz" pos="1680">
          <p15:clr>
            <a:srgbClr val="BFBFBF"/>
          </p15:clr>
        </p15:guide>
        <p15:guide id="95" orient="horz" pos="1920">
          <p15:clr>
            <a:srgbClr val="BFBFBF"/>
          </p15:clr>
        </p15:guide>
        <p15:guide id="96" orient="horz" pos="2160">
          <p15:clr>
            <a:srgbClr val="BFBFBF"/>
          </p15:clr>
        </p15:guide>
        <p15:guide id="97" orient="horz" pos="2400">
          <p15:clr>
            <a:srgbClr val="BFBFBF"/>
          </p15:clr>
        </p15:guide>
        <p15:guide id="98" orient="horz" pos="2640">
          <p15:clr>
            <a:srgbClr val="BFBFBF"/>
          </p15:clr>
        </p15:guide>
        <p15:guide id="99" orient="horz" pos="2880">
          <p15:clr>
            <a:srgbClr val="BFBFBF"/>
          </p15:clr>
        </p15:guide>
        <p15:guide id="100" orient="horz" pos="3120">
          <p15:clr>
            <a:srgbClr val="BFBFBF"/>
          </p15:clr>
        </p15:guide>
        <p15:guide id="101" orient="horz" pos="3360">
          <p15:clr>
            <a:srgbClr val="BFBFBF"/>
          </p15:clr>
        </p15:guide>
        <p15:guide id="102" orient="horz" pos="3600">
          <p15:clr>
            <a:srgbClr val="BFBFBF"/>
          </p15:clr>
        </p15:guide>
        <p15:guide id="103" orient="horz" pos="3840">
          <p15:clr>
            <a:srgbClr val="BFBFBF"/>
          </p15:clr>
        </p15:guide>
        <p15:guide id="104" orient="horz" pos="4080">
          <p15:clr>
            <a:srgbClr val="BFBFBF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A6F9E475-2E4E-29D6-6B62-FEA88708D11E}"/>
              </a:ext>
            </a:extLst>
          </p:cNvPr>
          <p:cNvGraphicFramePr>
            <a:graphicFrameLocks/>
          </p:cNvGraphicFramePr>
          <p:nvPr userDrawn="1">
            <p:custDataLst>
              <p:tags r:id="rId52"/>
            </p:custDataLst>
            <p:extLst>
              <p:ext uri="{D42A27DB-BD31-4B8C-83A1-F6EECF244321}">
                <p14:modId xmlns:p14="http://schemas.microsoft.com/office/powerpoint/2010/main" val="33936564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306" imgH="306" progId="TCLayout.ActiveDocument.1">
                  <p:embed/>
                </p:oleObj>
              </mc:Choice>
              <mc:Fallback>
                <p:oleObj name="think-cell Slide" r:id="rId53" imgW="306" imgH="30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6F9E475-2E4E-29D6-6B62-FEA88708D1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2765299-E151-A89F-6D6C-0E26354B3A9B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1CC335-82F5-EC82-719A-810849A18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1"/>
            <a:ext cx="10668000" cy="7619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7ACC2-1A47-FA36-0D9B-DFBD873F9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524001"/>
            <a:ext cx="10668000" cy="4191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7C479-F731-6459-1DBB-94B300727C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68000" y="6096001"/>
            <a:ext cx="762000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5E189E2-DB00-42BF-98C1-88AD85F0DACC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C43EF-8EEA-5FE0-BD2E-BA60DAFDB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2476500" y="2857500"/>
            <a:ext cx="5334000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3555D21-053B-A14A-01DE-D4F4807E24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62000" y="6096001"/>
            <a:ext cx="1172132" cy="38099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72A53-9CA6-ED7E-77B7-BF42EC729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096001"/>
            <a:ext cx="381000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D7629386-720D-43E4-88EA-8C594F03CC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5709D-30D6-F836-6D90-2CD085A0CCF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336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Bede - Public information</a:t>
            </a:r>
          </a:p>
        </p:txBody>
      </p:sp>
    </p:spTree>
    <p:extLst>
      <p:ext uri="{BB962C8B-B14F-4D97-AF65-F5344CB8AC3E}">
        <p14:creationId xmlns:p14="http://schemas.microsoft.com/office/powerpoint/2010/main" val="3926119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66" r:id="rId2"/>
    <p:sldLayoutId id="2147483853" r:id="rId3"/>
    <p:sldLayoutId id="2147483846" r:id="rId4"/>
    <p:sldLayoutId id="2147483868" r:id="rId5"/>
    <p:sldLayoutId id="2147483849" r:id="rId6"/>
    <p:sldLayoutId id="2147483713" r:id="rId7"/>
    <p:sldLayoutId id="2147483706" r:id="rId8"/>
    <p:sldLayoutId id="2147483714" r:id="rId9"/>
    <p:sldLayoutId id="2147483707" r:id="rId10"/>
    <p:sldLayoutId id="2147483715" r:id="rId11"/>
    <p:sldLayoutId id="2147483716" r:id="rId12"/>
    <p:sldLayoutId id="2147483717" r:id="rId13"/>
    <p:sldLayoutId id="2147483718" r:id="rId14"/>
    <p:sldLayoutId id="2147483720" r:id="rId15"/>
    <p:sldLayoutId id="2147483859" r:id="rId16"/>
    <p:sldLayoutId id="2147483842" r:id="rId17"/>
    <p:sldLayoutId id="2147483719" r:id="rId18"/>
    <p:sldLayoutId id="2147483722" r:id="rId19"/>
    <p:sldLayoutId id="2147483721" r:id="rId20"/>
    <p:sldLayoutId id="2147483821" r:id="rId21"/>
    <p:sldLayoutId id="2147483822" r:id="rId22"/>
    <p:sldLayoutId id="2147483860" r:id="rId23"/>
    <p:sldLayoutId id="2147483823" r:id="rId24"/>
    <p:sldLayoutId id="2147483861" r:id="rId25"/>
    <p:sldLayoutId id="2147483824" r:id="rId26"/>
    <p:sldLayoutId id="2147483710" r:id="rId27"/>
    <p:sldLayoutId id="2147483839" r:id="rId28"/>
    <p:sldLayoutId id="2147483708" r:id="rId29"/>
    <p:sldLayoutId id="2147483836" r:id="rId30"/>
    <p:sldLayoutId id="2147483837" r:id="rId31"/>
    <p:sldLayoutId id="2147483838" r:id="rId32"/>
    <p:sldLayoutId id="2147483840" r:id="rId33"/>
    <p:sldLayoutId id="2147483841" r:id="rId34"/>
    <p:sldLayoutId id="2147483867" r:id="rId35"/>
    <p:sldLayoutId id="2147483869" r:id="rId36"/>
    <p:sldLayoutId id="2147483857" r:id="rId37"/>
    <p:sldLayoutId id="2147483855" r:id="rId38"/>
    <p:sldLayoutId id="2147483863" r:id="rId39"/>
    <p:sldLayoutId id="2147483858" r:id="rId40"/>
    <p:sldLayoutId id="2147483862" r:id="rId41"/>
    <p:sldLayoutId id="2147483864" r:id="rId42"/>
    <p:sldLayoutId id="2147483865" r:id="rId43"/>
    <p:sldLayoutId id="2147483709" r:id="rId44"/>
    <p:sldLayoutId id="2147483931" r:id="rId45"/>
    <p:sldLayoutId id="2147483945" r:id="rId46"/>
    <p:sldLayoutId id="2147484009" r:id="rId47"/>
    <p:sldLayoutId id="2147484010" r:id="rId48"/>
    <p:sldLayoutId id="2147484013" r:id="rId49"/>
    <p:sldLayoutId id="2147484014" r:id="rId5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63" indent="-233363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Zain" panose="00000900000000000000" pitchFamily="2" charset="-78"/>
        </a:defRPr>
      </a:lvl1pPr>
      <a:lvl2pPr marL="457200" indent="-2333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Zain" panose="00000900000000000000" pitchFamily="2" charset="-78"/>
        </a:defRPr>
      </a:lvl2pPr>
      <a:lvl3pPr marL="690563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Zain" panose="00000900000000000000" pitchFamily="2" charset="-78"/>
        </a:defRPr>
      </a:lvl3pPr>
      <a:lvl4pPr marL="97472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Zain" panose="00000900000000000000" pitchFamily="2" charset="-78"/>
        </a:defRPr>
      </a:lvl4pPr>
      <a:lvl5pPr marL="1198563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Zain" panose="00000900000000000000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3">
          <p15:clr>
            <a:srgbClr val="BFBFBF"/>
          </p15:clr>
        </p15:guide>
        <p15:guide id="54" pos="7680">
          <p15:clr>
            <a:srgbClr val="BFBFBF"/>
          </p15:clr>
        </p15:guide>
        <p15:guide id="55" pos="240">
          <p15:clr>
            <a:srgbClr val="BFBFBF"/>
          </p15:clr>
        </p15:guide>
        <p15:guide id="56" pos="480">
          <p15:clr>
            <a:srgbClr val="BFBFBF"/>
          </p15:clr>
        </p15:guide>
        <p15:guide id="57" pos="720">
          <p15:clr>
            <a:srgbClr val="BFBFBF"/>
          </p15:clr>
        </p15:guide>
        <p15:guide id="58" pos="960">
          <p15:clr>
            <a:srgbClr val="BFBFBF"/>
          </p15:clr>
        </p15:guide>
        <p15:guide id="59" pos="1200">
          <p15:clr>
            <a:srgbClr val="BFBFBF"/>
          </p15:clr>
        </p15:guide>
        <p15:guide id="60" pos="1440">
          <p15:clr>
            <a:srgbClr val="BFBFBF"/>
          </p15:clr>
        </p15:guide>
        <p15:guide id="61" pos="1680">
          <p15:clr>
            <a:srgbClr val="BFBFBF"/>
          </p15:clr>
        </p15:guide>
        <p15:guide id="62" pos="1920">
          <p15:clr>
            <a:srgbClr val="BFBFBF"/>
          </p15:clr>
        </p15:guide>
        <p15:guide id="63" pos="2160">
          <p15:clr>
            <a:srgbClr val="BFBFBF"/>
          </p15:clr>
        </p15:guide>
        <p15:guide id="64" pos="2400">
          <p15:clr>
            <a:srgbClr val="BFBFBF"/>
          </p15:clr>
        </p15:guide>
        <p15:guide id="65" pos="2640">
          <p15:clr>
            <a:srgbClr val="BFBFBF"/>
          </p15:clr>
        </p15:guide>
        <p15:guide id="66" pos="2880">
          <p15:clr>
            <a:srgbClr val="BFBFBF"/>
          </p15:clr>
        </p15:guide>
        <p15:guide id="67" pos="3120">
          <p15:clr>
            <a:srgbClr val="BFBFBF"/>
          </p15:clr>
        </p15:guide>
        <p15:guide id="68" pos="3360">
          <p15:clr>
            <a:srgbClr val="BFBFBF"/>
          </p15:clr>
        </p15:guide>
        <p15:guide id="69" pos="3600">
          <p15:clr>
            <a:srgbClr val="BFBFBF"/>
          </p15:clr>
        </p15:guide>
        <p15:guide id="70" pos="3840">
          <p15:clr>
            <a:srgbClr val="BFBFBF"/>
          </p15:clr>
        </p15:guide>
        <p15:guide id="71" pos="4080">
          <p15:clr>
            <a:srgbClr val="BFBFBF"/>
          </p15:clr>
        </p15:guide>
        <p15:guide id="72" pos="4320">
          <p15:clr>
            <a:srgbClr val="BFBFBF"/>
          </p15:clr>
        </p15:guide>
        <p15:guide id="73" pos="4560">
          <p15:clr>
            <a:srgbClr val="BFBFBF"/>
          </p15:clr>
        </p15:guide>
        <p15:guide id="74" pos="4800">
          <p15:clr>
            <a:srgbClr val="BFBFBF"/>
          </p15:clr>
        </p15:guide>
        <p15:guide id="75" pos="5040">
          <p15:clr>
            <a:srgbClr val="BFBFBF"/>
          </p15:clr>
        </p15:guide>
        <p15:guide id="76" pos="5280">
          <p15:clr>
            <a:srgbClr val="BFBFBF"/>
          </p15:clr>
        </p15:guide>
        <p15:guide id="77" pos="5520">
          <p15:clr>
            <a:srgbClr val="BFBFBF"/>
          </p15:clr>
        </p15:guide>
        <p15:guide id="78" pos="5760">
          <p15:clr>
            <a:srgbClr val="BFBFBF"/>
          </p15:clr>
        </p15:guide>
        <p15:guide id="79" pos="6000">
          <p15:clr>
            <a:srgbClr val="BFBFBF"/>
          </p15:clr>
        </p15:guide>
        <p15:guide id="80" pos="6240">
          <p15:clr>
            <a:srgbClr val="BFBFBF"/>
          </p15:clr>
        </p15:guide>
        <p15:guide id="81" pos="6480">
          <p15:clr>
            <a:srgbClr val="BFBFBF"/>
          </p15:clr>
        </p15:guide>
        <p15:guide id="82" pos="6720">
          <p15:clr>
            <a:srgbClr val="BFBFBF"/>
          </p15:clr>
        </p15:guide>
        <p15:guide id="83" pos="6960">
          <p15:clr>
            <a:srgbClr val="BFBFBF"/>
          </p15:clr>
        </p15:guide>
        <p15:guide id="84" pos="7200">
          <p15:clr>
            <a:srgbClr val="BFBFBF"/>
          </p15:clr>
        </p15:guide>
        <p15:guide id="85" pos="7440">
          <p15:clr>
            <a:srgbClr val="BFBFBF"/>
          </p15:clr>
        </p15:guide>
        <p15:guide id="86" orient="horz">
          <p15:clr>
            <a:srgbClr val="BFBFBF"/>
          </p15:clr>
        </p15:guide>
        <p15:guide id="87" orient="horz" pos="4320">
          <p15:clr>
            <a:srgbClr val="BFBFBF"/>
          </p15:clr>
        </p15:guide>
        <p15:guide id="88" orient="horz" pos="240">
          <p15:clr>
            <a:srgbClr val="BFBFBF"/>
          </p15:clr>
        </p15:guide>
        <p15:guide id="89" orient="horz" pos="480">
          <p15:clr>
            <a:srgbClr val="BFBFBF"/>
          </p15:clr>
        </p15:guide>
        <p15:guide id="90" orient="horz" pos="720">
          <p15:clr>
            <a:srgbClr val="BFBFBF"/>
          </p15:clr>
        </p15:guide>
        <p15:guide id="91" orient="horz" pos="960">
          <p15:clr>
            <a:srgbClr val="BFBFBF"/>
          </p15:clr>
        </p15:guide>
        <p15:guide id="92" orient="horz" pos="1200">
          <p15:clr>
            <a:srgbClr val="BFBFBF"/>
          </p15:clr>
        </p15:guide>
        <p15:guide id="93" orient="horz" pos="1440">
          <p15:clr>
            <a:srgbClr val="BFBFBF"/>
          </p15:clr>
        </p15:guide>
        <p15:guide id="94" orient="horz" pos="1680">
          <p15:clr>
            <a:srgbClr val="BFBFBF"/>
          </p15:clr>
        </p15:guide>
        <p15:guide id="95" orient="horz" pos="1920">
          <p15:clr>
            <a:srgbClr val="BFBFBF"/>
          </p15:clr>
        </p15:guide>
        <p15:guide id="96" orient="horz" pos="2160">
          <p15:clr>
            <a:srgbClr val="BFBFBF"/>
          </p15:clr>
        </p15:guide>
        <p15:guide id="97" orient="horz" pos="2400">
          <p15:clr>
            <a:srgbClr val="BFBFBF"/>
          </p15:clr>
        </p15:guide>
        <p15:guide id="98" orient="horz" pos="2640">
          <p15:clr>
            <a:srgbClr val="BFBFBF"/>
          </p15:clr>
        </p15:guide>
        <p15:guide id="99" orient="horz" pos="2880">
          <p15:clr>
            <a:srgbClr val="BFBFBF"/>
          </p15:clr>
        </p15:guide>
        <p15:guide id="100" orient="horz" pos="3120">
          <p15:clr>
            <a:srgbClr val="BFBFBF"/>
          </p15:clr>
        </p15:guide>
        <p15:guide id="101" orient="horz" pos="3360">
          <p15:clr>
            <a:srgbClr val="BFBFBF"/>
          </p15:clr>
        </p15:guide>
        <p15:guide id="102" orient="horz" pos="3600">
          <p15:clr>
            <a:srgbClr val="BFBFBF"/>
          </p15:clr>
        </p15:guide>
        <p15:guide id="103" orient="horz" pos="3840">
          <p15:clr>
            <a:srgbClr val="BFBFBF"/>
          </p15:clr>
        </p15:guide>
        <p15:guide id="104" orient="horz" pos="4080">
          <p15:clr>
            <a:srgbClr val="BFBF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1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44061E2-285D-2141-64D6-F35D151AA13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43000" y="4099558"/>
            <a:ext cx="4419600" cy="358142"/>
          </a:xfrm>
          <a:solidFill>
            <a:srgbClr val="E27FAF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B6EA8CA2-8562-0DA3-7C59-19BA6310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LMS </a:t>
            </a:r>
            <a:r>
              <a:rPr lang="en-US" dirty="0" err="1"/>
              <a:t>KICk</a:t>
            </a:r>
            <a:r>
              <a:rPr lang="en-US" dirty="0"/>
              <a:t>-off</a:t>
            </a:r>
            <a:br>
              <a:rPr lang="en-US" dirty="0"/>
            </a:b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Oct 1</a:t>
            </a:r>
            <a:r>
              <a:rPr lang="en-US" sz="3200" baseline="30000" dirty="0">
                <a:solidFill>
                  <a:schemeClr val="bg1">
                    <a:lumMod val="75000"/>
                  </a:schemeClr>
                </a:solidFill>
              </a:rPr>
              <a:t>st</a:t>
            </a: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, 2026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" name="Picture Placeholder 2">
            <a:extLst>
              <a:ext uri="{FF2B5EF4-FFF2-40B4-BE49-F238E27FC236}">
                <a16:creationId xmlns:a16="http://schemas.microsoft.com/office/drawing/2014/main" id="{8CE459A4-3DE3-BA5E-8A2A-D93A375120F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" t="25013" r="456" b="25013"/>
          <a:stretch>
            <a:fillRect/>
          </a:stretch>
        </p:blipFill>
        <p:spPr>
          <a:xfrm>
            <a:off x="569022" y="320040"/>
            <a:ext cx="11053956" cy="3108960"/>
          </a:xfrm>
          <a:prstGeom prst="roundRect">
            <a:avLst>
              <a:gd name="adj" fmla="val 14733"/>
            </a:avLst>
          </a:prstGeom>
          <a:solidFill>
            <a:prstClr val="white">
              <a:lumMod val="85000"/>
            </a:prst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9954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05EB69-6CDD-B4B9-EE49-2B4E0E10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148" y="626139"/>
            <a:ext cx="6456135" cy="790535"/>
          </a:xfrm>
          <a:ln>
            <a:noFill/>
          </a:ln>
        </p:spPr>
        <p:txBody>
          <a:bodyPr/>
          <a:lstStyle/>
          <a:p>
            <a:r>
              <a:rPr lang="en-US" dirty="0">
                <a:cs typeface="zain black"/>
              </a:rPr>
              <a:t>agenda</a:t>
            </a:r>
            <a:endParaRPr lang="en-US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0142A718-85BB-0717-5423-73CAE9ACD80A}"/>
              </a:ext>
            </a:extLst>
          </p:cNvPr>
          <p:cNvSpPr txBox="1">
            <a:spLocks/>
          </p:cNvSpPr>
          <p:nvPr/>
        </p:nvSpPr>
        <p:spPr>
          <a:xfrm>
            <a:off x="1073148" y="1228726"/>
            <a:ext cx="10891575" cy="4492760"/>
          </a:xfrm>
          <a:prstGeom prst="rect">
            <a:avLst/>
          </a:prstGeom>
        </p:spPr>
        <p:txBody>
          <a:bodyPr vert="horz" lIns="0" tIns="4572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Zain" panose="00000900000000000000" pitchFamily="2" charset="-78"/>
              </a:defRPr>
            </a:lvl1pPr>
            <a:lvl2pPr marL="457200" indent="-2333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Zain" panose="00000900000000000000" pitchFamily="2" charset="-78"/>
              </a:defRPr>
            </a:lvl2pPr>
            <a:lvl3pPr marL="69056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Zain" panose="00000900000000000000" pitchFamily="2" charset="-78"/>
              </a:defRPr>
            </a:lvl3pPr>
            <a:lvl4pPr marL="97472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Zain" panose="00000900000000000000" pitchFamily="2" charset="-78"/>
              </a:defRPr>
            </a:lvl4pPr>
            <a:lvl5pPr marL="119856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Zain" panose="00000900000000000000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sz="2400" b="1" dirty="0"/>
              <a:t>Introductions &amp; Objectives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sz="2400" b="1" dirty="0"/>
              <a:t>Why replace the existing LMS?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sz="2400" b="1" dirty="0"/>
              <a:t>Scope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sz="2400" b="1" dirty="0"/>
              <a:t>Requirements Overview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sz="2400" b="1" dirty="0"/>
              <a:t>Delivery Model &amp; Governance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sz="2400" b="1" dirty="0"/>
              <a:t>Key Commitments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sz="2400" b="1" dirty="0"/>
              <a:t>Timeline &amp; Next Steps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sz="2400" b="1" dirty="0"/>
              <a:t>Decisions &amp; Open Items</a:t>
            </a:r>
            <a:br>
              <a:rPr lang="en-US" sz="2400" dirty="0"/>
            </a:br>
            <a:endParaRPr lang="en-US" sz="2400" b="1" dirty="0">
              <a:highlight>
                <a:srgbClr val="FFFF00"/>
              </a:highlight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sz="2400" dirty="0">
              <a:cs typeface="Zain"/>
            </a:endParaRPr>
          </a:p>
          <a:p>
            <a:pPr marL="457200" indent="-457200">
              <a:lnSpc>
                <a:spcPct val="150000"/>
              </a:lnSpc>
              <a:buChar char="•"/>
            </a:pPr>
            <a:endParaRPr lang="en-US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61248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9245C-AFC2-8782-1E73-1246F6664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2A8FE5-B215-6825-AA70-07E8C4093EA6}"/>
              </a:ext>
            </a:extLst>
          </p:cNvPr>
          <p:cNvSpPr txBox="1"/>
          <p:nvPr/>
        </p:nvSpPr>
        <p:spPr>
          <a:xfrm>
            <a:off x="495667" y="262413"/>
            <a:ext cx="12154043" cy="475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Why replace the existing LMS?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184A069-5F0F-6CBD-3A28-B78041BE50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6031771"/>
              </p:ext>
            </p:extLst>
          </p:nvPr>
        </p:nvGraphicFramePr>
        <p:xfrm>
          <a:off x="2032000" y="838200"/>
          <a:ext cx="8128000" cy="5331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69696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8F362-99E3-8992-FCE0-1692347D9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9A5F29-76CD-876D-91F9-837B4513AB5A}"/>
              </a:ext>
            </a:extLst>
          </p:cNvPr>
          <p:cNvSpPr txBox="1"/>
          <p:nvPr/>
        </p:nvSpPr>
        <p:spPr>
          <a:xfrm>
            <a:off x="495667" y="262413"/>
            <a:ext cx="12154043" cy="475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Scope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280C946-B119-97D4-055C-72E4A585EF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0739675"/>
              </p:ext>
            </p:extLst>
          </p:nvPr>
        </p:nvGraphicFramePr>
        <p:xfrm>
          <a:off x="2032000" y="859896"/>
          <a:ext cx="8128000" cy="5138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82371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3C2BB-539D-6FDC-8D05-0E2F9218C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8E99F2-3AA1-5449-AA62-426B3142DC1F}"/>
              </a:ext>
            </a:extLst>
          </p:cNvPr>
          <p:cNvSpPr txBox="1"/>
          <p:nvPr/>
        </p:nvSpPr>
        <p:spPr>
          <a:xfrm>
            <a:off x="495667" y="262413"/>
            <a:ext cx="12154043" cy="475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Requirements Overview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040B0B2-9868-CC7E-A39B-2EC1D5CD7D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3611127"/>
              </p:ext>
            </p:extLst>
          </p:nvPr>
        </p:nvGraphicFramePr>
        <p:xfrm>
          <a:off x="887412" y="815561"/>
          <a:ext cx="10571163" cy="5226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62338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D9033-6A3B-1BD3-8593-E06576F4F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DB711C-50DF-1120-19A2-893000B510B5}"/>
              </a:ext>
            </a:extLst>
          </p:cNvPr>
          <p:cNvSpPr txBox="1"/>
          <p:nvPr/>
        </p:nvSpPr>
        <p:spPr>
          <a:xfrm>
            <a:off x="495667" y="262413"/>
            <a:ext cx="12154043" cy="475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Integration Landscape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E6598AF-4709-1E27-6034-9426F1668E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605969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30583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F025B-ED69-521F-0CD0-924D3A11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11999D-F651-E10D-8FFF-6C401D7F1D75}"/>
              </a:ext>
            </a:extLst>
          </p:cNvPr>
          <p:cNvSpPr txBox="1"/>
          <p:nvPr/>
        </p:nvSpPr>
        <p:spPr>
          <a:xfrm>
            <a:off x="495667" y="262413"/>
            <a:ext cx="12154043" cy="475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Delivery Model &amp; Governance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BCA0C8E-D3CC-173A-85C1-56180A8A5B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7925387"/>
              </p:ext>
            </p:extLst>
          </p:nvPr>
        </p:nvGraphicFramePr>
        <p:xfrm>
          <a:off x="1311275" y="1053041"/>
          <a:ext cx="9569450" cy="2185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8B70E64-3F1E-C3BC-FF7F-1992526042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5985907"/>
              </p:ext>
            </p:extLst>
          </p:nvPr>
        </p:nvGraphicFramePr>
        <p:xfrm>
          <a:off x="1311275" y="3934999"/>
          <a:ext cx="9569450" cy="2185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15D4302-41C6-6EF8-BD0C-E6EB86872951}"/>
              </a:ext>
            </a:extLst>
          </p:cNvPr>
          <p:cNvSpPr txBox="1"/>
          <p:nvPr/>
        </p:nvSpPr>
        <p:spPr>
          <a:xfrm>
            <a:off x="495667" y="3619501"/>
            <a:ext cx="63341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Governance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430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9F902-3971-0EB9-6BC8-F21E8346A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A2F5F8-2F6E-A689-F3B5-F9B4539D3E7B}"/>
              </a:ext>
            </a:extLst>
          </p:cNvPr>
          <p:cNvSpPr txBox="1"/>
          <p:nvPr/>
        </p:nvSpPr>
        <p:spPr>
          <a:xfrm>
            <a:off x="495667" y="262413"/>
            <a:ext cx="12154043" cy="475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Key Commitments: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Non-negotiables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8510839-A1B2-E75B-2C73-19970DE9EC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6196847"/>
              </p:ext>
            </p:extLst>
          </p:nvPr>
        </p:nvGraphicFramePr>
        <p:xfrm>
          <a:off x="872331" y="737543"/>
          <a:ext cx="1044733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29696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120B6-76BC-376B-0B85-DCD0DC42E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BE7C35-4DA0-B95A-D0FC-C21E3F31884D}"/>
              </a:ext>
            </a:extLst>
          </p:cNvPr>
          <p:cNvSpPr txBox="1"/>
          <p:nvPr/>
        </p:nvSpPr>
        <p:spPr>
          <a:xfrm>
            <a:off x="495667" y="262413"/>
            <a:ext cx="12154043" cy="475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Timeline &amp; Next Steps</a:t>
            </a:r>
            <a:endParaRPr lang="en-US" sz="3200" dirty="0">
              <a:solidFill>
                <a:schemeClr val="accent2">
                  <a:lumMod val="50000"/>
                </a:schemeClr>
              </a:solidFill>
              <a:latin typeface="Zain ExtraBold" panose="00000900000000000000" pitchFamily="50" charset="0"/>
              <a:cs typeface="Zain ExtraBold" panose="00000900000000000000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8DD52B-4330-45C9-4D0D-7D9437964BB7}"/>
              </a:ext>
            </a:extLst>
          </p:cNvPr>
          <p:cNvSpPr txBox="1"/>
          <p:nvPr/>
        </p:nvSpPr>
        <p:spPr>
          <a:xfrm>
            <a:off x="495665" y="2697371"/>
            <a:ext cx="63341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Next 15 days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9A0EC-C207-3190-49CE-5C06CE67958A}"/>
              </a:ext>
            </a:extLst>
          </p:cNvPr>
          <p:cNvSpPr txBox="1"/>
          <p:nvPr/>
        </p:nvSpPr>
        <p:spPr>
          <a:xfrm>
            <a:off x="495666" y="1202790"/>
            <a:ext cx="110295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FOO to  confirm plan and resourcing. Provide a plan for Discovery, Build &amp; SIT, UAT, Simulations, Go-live &amp; Hypercare</a:t>
            </a:r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BB047A-EE15-67B8-61DE-A341DC42F74D}"/>
              </a:ext>
            </a:extLst>
          </p:cNvPr>
          <p:cNvSpPr txBox="1"/>
          <p:nvPr/>
        </p:nvSpPr>
        <p:spPr>
          <a:xfrm>
            <a:off x="495665" y="3377396"/>
            <a:ext cx="1102958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Foo Response</a:t>
            </a: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: Compliance Matrix against every requirement architecture; plan; commercials; SLA schedule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Discovery Schedule: </a:t>
            </a: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Workshop Calendar and stakeholder list from business, technical and operational teams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Environment Access: </a:t>
            </a: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Dev environment and sandbox (with credentials)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Contract track:  </a:t>
            </a: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IP, SLAs, </a:t>
            </a:r>
            <a:r>
              <a:rPr lang="en-US" sz="2400" dirty="0" err="1">
                <a:solidFill>
                  <a:schemeClr val="tx2">
                    <a:lumMod val="25000"/>
                    <a:lumOff val="75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etc</a:t>
            </a:r>
            <a:endParaRPr lang="en-US" sz="14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502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97DA6-23A5-6BCA-3516-3E4A372F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440674-D0A1-0219-40C5-674B98E2D40E}"/>
              </a:ext>
            </a:extLst>
          </p:cNvPr>
          <p:cNvSpPr txBox="1"/>
          <p:nvPr/>
        </p:nvSpPr>
        <p:spPr>
          <a:xfrm>
            <a:off x="495667" y="262413"/>
            <a:ext cx="12154043" cy="475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Decisions: 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what we need agreed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3B1CDF-CDA8-D109-E5D6-44785D25B3C9}"/>
              </a:ext>
            </a:extLst>
          </p:cNvPr>
          <p:cNvSpPr txBox="1"/>
          <p:nvPr/>
        </p:nvSpPr>
        <p:spPr>
          <a:xfrm>
            <a:off x="581208" y="1110446"/>
            <a:ext cx="11029583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Scope boundary: </a:t>
            </a: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LMS as a system of record origination and eligibility stay outside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Governance: </a:t>
            </a: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Steering committee members, PMs and escalation  contacts on both sides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Commitments accepted in principle: </a:t>
            </a: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Availability, zero-downtime,  cut-over limit, support model, monthly security release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Discovery start date: </a:t>
            </a: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On-site team confirmed; first workshop schedule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Open items: </a:t>
            </a:r>
            <a:r>
              <a:rPr lang="en-US" sz="2400" dirty="0">
                <a:solidFill>
                  <a:schemeClr val="tx2">
                    <a:lumMod val="25000"/>
                    <a:lumOff val="75000"/>
                  </a:schemeClr>
                </a:solidFill>
                <a:latin typeface="Zain ExtraBold" panose="00000900000000000000" pitchFamily="50" charset="0"/>
                <a:cs typeface="Zain ExtraBold" panose="00000900000000000000" pitchFamily="50" charset="0"/>
              </a:rPr>
              <a:t>&lt;any items raised&gt;</a:t>
            </a:r>
            <a:endParaRPr lang="en-US" sz="14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15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18AE28A-FF39-ED1D-C3C6-75FDB80AD4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1999" y="235085"/>
            <a:ext cx="4696183" cy="6096000"/>
          </a:xfrm>
          <a:blipFill>
            <a:blip r:embed="rId3"/>
            <a:srcRect/>
            <a:stretch>
              <a:fillRect t="-1358" b="-13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5D59454-CB09-7F30-4D04-872B5F4B16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endParaRPr lang="en-US">
              <a:solidFill>
                <a:srgbClr val="000000">
                  <a:alpha val="0"/>
                </a:srgbClr>
              </a:solidFill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F60996FF-586D-C82E-3E18-D09855F55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0629" y="3046727"/>
            <a:ext cx="5334001" cy="1524000"/>
          </a:xfrm>
        </p:spPr>
        <p:txBody>
          <a:bodyPr/>
          <a:lstStyle/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388758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&quot;&gt;&lt;elem m_fUsage=&quot;9.20233556923127515859E+00&quot;&gt;&lt;m_msothmcolidx val=&quot;0&quot;/&gt;&lt;m_rgb r=&quot;00&quot; g=&quot;B0&quot; b=&quot;50&quot;/&gt;&lt;/elem&gt;&lt;/m_vecMRU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Bede Light Template Cover Slides">
  <a:themeElements>
    <a:clrScheme name="Zain">
      <a:dk1>
        <a:srgbClr val="000000"/>
      </a:dk1>
      <a:lt1>
        <a:srgbClr val="FFFFFF"/>
      </a:lt1>
      <a:dk2>
        <a:srgbClr val="10004D"/>
      </a:dk2>
      <a:lt2>
        <a:srgbClr val="E8E8E8"/>
      </a:lt2>
      <a:accent1>
        <a:srgbClr val="000000"/>
      </a:accent1>
      <a:accent2>
        <a:srgbClr val="FFFFFF"/>
      </a:accent2>
      <a:accent3>
        <a:srgbClr val="C3D534"/>
      </a:accent3>
      <a:accent4>
        <a:srgbClr val="F6EB69"/>
      </a:accent4>
      <a:accent5>
        <a:srgbClr val="23AEB7"/>
      </a:accent5>
      <a:accent6>
        <a:srgbClr val="9B4291"/>
      </a:accent6>
      <a:hlink>
        <a:srgbClr val="23AEB7"/>
      </a:hlink>
      <a:folHlink>
        <a:srgbClr val="23AEB7"/>
      </a:folHlink>
    </a:clrScheme>
    <a:fontScheme name="Zain BeDe">
      <a:majorFont>
        <a:latin typeface="zain black"/>
        <a:ea typeface=""/>
        <a:cs typeface=""/>
      </a:majorFont>
      <a:minorFont>
        <a:latin typeface="za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Custom Color 1">
      <a:srgbClr val="6FC7EA"/>
    </a:custClr>
    <a:custClr name="Custom Color 2">
      <a:srgbClr val="E27FAF"/>
    </a:custClr>
    <a:custClr name="Custom Color 3">
      <a:srgbClr val="344C98"/>
    </a:custClr>
    <a:custClr name="Custom Color 4">
      <a:srgbClr val="AB1368"/>
    </a:custClr>
    <a:custClr name="Custom Color 5">
      <a:srgbClr val="10004D"/>
    </a:custClr>
    <a:custClr name="Custom Color 6">
      <a:srgbClr val="3F123E"/>
    </a:custClr>
    <a:custClr name="Custom Color 7">
      <a:srgbClr val="00343D"/>
    </a:custClr>
    <a:custClr name="Custom Color 8">
      <a:srgbClr val="BE0075"/>
    </a:custClr>
  </a:custClrLst>
  <a:extLst>
    <a:ext uri="{05A4C25C-085E-4340-85A3-A5531E510DB2}">
      <thm15:themeFamily xmlns:thm15="http://schemas.microsoft.com/office/thememl/2012/main" name="Bede Template EN V4 (With Images).potx" id="{300F1C24-D820-4551-BDFC-3AEBDB8389EF}" vid="{083B13C4-3BC5-4DEA-A2DA-E4C20F02B51C}"/>
    </a:ext>
  </a:extLst>
</a:theme>
</file>

<file path=ppt/theme/theme2.xml><?xml version="1.0" encoding="utf-8"?>
<a:theme xmlns:a="http://schemas.openxmlformats.org/drawingml/2006/main" name="Bede Light Template Content Slides">
  <a:themeElements>
    <a:clrScheme name="Zain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0000"/>
      </a:accent1>
      <a:accent2>
        <a:srgbClr val="FFFFFF"/>
      </a:accent2>
      <a:accent3>
        <a:srgbClr val="C3D534"/>
      </a:accent3>
      <a:accent4>
        <a:srgbClr val="F6EB69"/>
      </a:accent4>
      <a:accent5>
        <a:srgbClr val="23AEB7"/>
      </a:accent5>
      <a:accent6>
        <a:srgbClr val="9B4291"/>
      </a:accent6>
      <a:hlink>
        <a:srgbClr val="23AEB7"/>
      </a:hlink>
      <a:folHlink>
        <a:srgbClr val="23AEB7"/>
      </a:folHlink>
    </a:clrScheme>
    <a:fontScheme name="Zain BeDe">
      <a:majorFont>
        <a:latin typeface="zain black"/>
        <a:ea typeface=""/>
        <a:cs typeface=""/>
      </a:majorFont>
      <a:minorFont>
        <a:latin typeface="za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Custom Color 1">
      <a:srgbClr val="6FC7EA"/>
    </a:custClr>
    <a:custClr name="Custom Color 2">
      <a:srgbClr val="E27FAF"/>
    </a:custClr>
    <a:custClr name="Custom Color 3">
      <a:srgbClr val="344C98"/>
    </a:custClr>
    <a:custClr name="Custom Color 4">
      <a:srgbClr val="AB1368"/>
    </a:custClr>
    <a:custClr name="Custom Color 5">
      <a:srgbClr val="10004D"/>
    </a:custClr>
    <a:custClr name="Custom Color 6">
      <a:srgbClr val="3F123E"/>
    </a:custClr>
    <a:custClr name="Custom Color 7">
      <a:srgbClr val="00343D"/>
    </a:custClr>
    <a:custClr name="Custom Color 8">
      <a:srgbClr val="BE0075"/>
    </a:custClr>
  </a:custClrLst>
  <a:extLst>
    <a:ext uri="{05A4C25C-085E-4340-85A3-A5531E510DB2}">
      <thm15:themeFamily xmlns:thm15="http://schemas.microsoft.com/office/thememl/2012/main" name="Bede Template EN V4 (With Images).potx" id="{300F1C24-D820-4551-BDFC-3AEBDB8389EF}" vid="{DDE75571-475C-456F-A3AC-6BB67811BC9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3C10E5A-07F2-45A1-BC5B-66EC8A0B429D}">
  <we:reference id="WA200003052" version="7.0.0.0" store="Omex" storeType="OMEX"/>
  <we:alternateReferences>
    <we:reference id="WA200003052" version="7.0.0.0" store="WA200003052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811E688D02B94C826E519F440F6AB0" ma:contentTypeVersion="10" ma:contentTypeDescription="Create a new document." ma:contentTypeScope="" ma:versionID="e1fe5bb964c381d2e55257a849ae0795">
  <xsd:schema xmlns:xsd="http://www.w3.org/2001/XMLSchema" xmlns:xs="http://www.w3.org/2001/XMLSchema" xmlns:p="http://schemas.microsoft.com/office/2006/metadata/properties" xmlns:ns2="b07a369d-a383-44ac-8a9a-49eab6eb56a3" xmlns:ns3="91a567f4-81bb-4b21-9113-4e1243777a35" targetNamespace="http://schemas.microsoft.com/office/2006/metadata/properties" ma:root="true" ma:fieldsID="888489a7c2275ac071bfc196530348fc" ns2:_="" ns3:_="">
    <xsd:import namespace="b07a369d-a383-44ac-8a9a-49eab6eb56a3"/>
    <xsd:import namespace="91a567f4-81bb-4b21-9113-4e1243777a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7a369d-a383-44ac-8a9a-49eab6eb56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11c606d-fd32-433d-b501-5e5bc49c0d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567f4-81bb-4b21-9113-4e1243777a3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1f16163-43ab-4a72-bdb3-27aa1129cd29}" ma:internalName="TaxCatchAll" ma:showField="CatchAllData" ma:web="91a567f4-81bb-4b21-9113-4e1243777a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7a369d-a383-44ac-8a9a-49eab6eb56a3">
      <Terms xmlns="http://schemas.microsoft.com/office/infopath/2007/PartnerControls"/>
    </lcf76f155ced4ddcb4097134ff3c332f>
    <TaxCatchAll xmlns="91a567f4-81bb-4b21-9113-4e1243777a35" xsi:nil="true"/>
  </documentManagement>
</p:properties>
</file>

<file path=customXml/itemProps1.xml><?xml version="1.0" encoding="utf-8"?>
<ds:datastoreItem xmlns:ds="http://schemas.openxmlformats.org/officeDocument/2006/customXml" ds:itemID="{F6708689-3023-4A5E-94F3-EA7255175A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249507-42F3-4ECE-95F1-FF7B318A11E4}">
  <ds:schemaRefs>
    <ds:schemaRef ds:uri="91a567f4-81bb-4b21-9113-4e1243777a35"/>
    <ds:schemaRef ds:uri="b07a369d-a383-44ac-8a9a-49eab6eb56a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A00D0F0-0F53-4509-A2F2-3DA5A5D18079}">
  <ds:schemaRefs>
    <ds:schemaRef ds:uri="http://purl.org/dc/dcmitype/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elements/1.1/"/>
    <ds:schemaRef ds:uri="b07a369d-a383-44ac-8a9a-49eab6eb56a3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91a567f4-81bb-4b21-9113-4e1243777a35"/>
  </ds:schemaRefs>
</ds:datastoreItem>
</file>

<file path=docMetadata/LabelInfo.xml><?xml version="1.0" encoding="utf-8"?>
<clbl:labelList xmlns:clbl="http://schemas.microsoft.com/office/2020/mipLabelMetadata">
  <clbl:label id="{97b655bc-62f8-44bc-87e6-9b86fce2963c}" enabled="0" method="" siteId="{97b655bc-62f8-44bc-87e6-9b86fce2963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Bede Template EN V4 (With Images)</Template>
  <TotalTime>88</TotalTime>
  <Words>814</Words>
  <Application>Microsoft Office PowerPoint</Application>
  <PresentationFormat>Widescreen</PresentationFormat>
  <Paragraphs>97</Paragraphs>
  <Slides>11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zain black</vt:lpstr>
      <vt:lpstr>Aptos</vt:lpstr>
      <vt:lpstr>Calibri</vt:lpstr>
      <vt:lpstr>Zain</vt:lpstr>
      <vt:lpstr>Zain</vt:lpstr>
      <vt:lpstr>Zain ExtraBold</vt:lpstr>
      <vt:lpstr>Arial</vt:lpstr>
      <vt:lpstr>Bede Light Template Cover Slides</vt:lpstr>
      <vt:lpstr>Bede Light Template Content Slides</vt:lpstr>
      <vt:lpstr>think-cell Slide</vt:lpstr>
      <vt:lpstr>LMS KICk-off Oct 1st, 2026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HAlhelli@bede.bh</dc:creator>
  <cp:lastModifiedBy>Husain Alhelli</cp:lastModifiedBy>
  <cp:revision>16</cp:revision>
  <cp:lastPrinted>2026-01-27T07:41:34Z</cp:lastPrinted>
  <dcterms:created xsi:type="dcterms:W3CDTF">2026-01-04T08:17:18Z</dcterms:created>
  <dcterms:modified xsi:type="dcterms:W3CDTF">2026-10-01T12:23:37Z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942a1f6-62eb-44f9-8dcd-22bc02c3d56d_Enabled">
    <vt:lpwstr>true</vt:lpwstr>
  </property>
  <property fmtid="{D5CDD505-2E9C-101B-9397-08002B2CF9AE}" pid="3" name="MSIP_Label_f942a1f6-62eb-44f9-8dcd-22bc02c3d56d_SetDate">
    <vt:lpwstr>2026-01-04T09:22:48Z</vt:lpwstr>
  </property>
  <property fmtid="{D5CDD505-2E9C-101B-9397-08002B2CF9AE}" pid="4" name="MSIP_Label_f942a1f6-62eb-44f9-8dcd-22bc02c3d56d_Method">
    <vt:lpwstr>Standard</vt:lpwstr>
  </property>
  <property fmtid="{D5CDD505-2E9C-101B-9397-08002B2CF9AE}" pid="5" name="MSIP_Label_f942a1f6-62eb-44f9-8dcd-22bc02c3d56d_Name">
    <vt:lpwstr>Public</vt:lpwstr>
  </property>
  <property fmtid="{D5CDD505-2E9C-101B-9397-08002B2CF9AE}" pid="6" name="MSIP_Label_f942a1f6-62eb-44f9-8dcd-22bc02c3d56d_SiteId">
    <vt:lpwstr>df54438c-1275-463b-b076-23f35f938c6c</vt:lpwstr>
  </property>
  <property fmtid="{D5CDD505-2E9C-101B-9397-08002B2CF9AE}" pid="7" name="MSIP_Label_f942a1f6-62eb-44f9-8dcd-22bc02c3d56d_ActionId">
    <vt:lpwstr>addc6d35-3a07-4fcb-b0a9-4fe3cac6e45c</vt:lpwstr>
  </property>
  <property fmtid="{D5CDD505-2E9C-101B-9397-08002B2CF9AE}" pid="8" name="MSIP_Label_f942a1f6-62eb-44f9-8dcd-22bc02c3d56d_ContentBits">
    <vt:lpwstr>2</vt:lpwstr>
  </property>
  <property fmtid="{D5CDD505-2E9C-101B-9397-08002B2CF9AE}" pid="9" name="MSIP_Label_f942a1f6-62eb-44f9-8dcd-22bc02c3d56d_Tag">
    <vt:lpwstr>10, 3, 0, 1</vt:lpwstr>
  </property>
  <property fmtid="{D5CDD505-2E9C-101B-9397-08002B2CF9AE}" pid="10" name="ClassificationContentMarkingFooterLocations">
    <vt:lpwstr>Bede Light Template Cover Slides:8\Bede Light Template Content Slides:10\BeDe Dark Template Cover Slides:8\Bede Dark Template Content Slides:10</vt:lpwstr>
  </property>
  <property fmtid="{D5CDD505-2E9C-101B-9397-08002B2CF9AE}" pid="11" name="ClassificationContentMarkingFooterText">
    <vt:lpwstr>Bede - Public information</vt:lpwstr>
  </property>
  <property fmtid="{D5CDD505-2E9C-101B-9397-08002B2CF9AE}" pid="12" name="ContentTypeId">
    <vt:lpwstr>0x01010088811E688D02B94C826E519F440F6AB0</vt:lpwstr>
  </property>
  <property fmtid="{D5CDD505-2E9C-101B-9397-08002B2CF9AE}" pid="13" name="MediaServiceImageTags">
    <vt:lpwstr/>
  </property>
</Properties>
</file>